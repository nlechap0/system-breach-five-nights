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sldIdLst>
    <p:sldId id="257" r:id="rId5"/>
  </p:sldIdLst>
  <p:sldSz cx="21599525" cy="30240288"/>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ssandro Castelli" initials="AC" lastIdx="1" clrIdx="0">
    <p:extLst>
      <p:ext uri="{19B8F6BF-5375-455C-9EA6-DF929625EA0E}">
        <p15:presenceInfo xmlns:p15="http://schemas.microsoft.com/office/powerpoint/2012/main" userId="S-1-5-21-1763312367-2817228542-1193128394-414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821" autoAdjust="0"/>
  </p:normalViewPr>
  <p:slideViewPr>
    <p:cSldViewPr snapToGrid="0">
      <p:cViewPr>
        <p:scale>
          <a:sx n="33" d="100"/>
          <a:sy n="33" d="100"/>
        </p:scale>
        <p:origin x="2580" y="-32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ommentAuthors" Target="commen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a 3 colonne">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FE40E912-3055-4E45-8B4A-168F6ADB2E86}"/>
              </a:ext>
            </a:extLst>
          </p:cNvPr>
          <p:cNvSpPr>
            <a:spLocks noGrp="1"/>
          </p:cNvSpPr>
          <p:nvPr>
            <p:ph type="title" hasCustomPrompt="1"/>
          </p:nvPr>
        </p:nvSpPr>
        <p:spPr>
          <a:xfrm>
            <a:off x="576770" y="1109486"/>
            <a:ext cx="13490606" cy="1760537"/>
          </a:xfrm>
          <a:prstGeom prst="rect">
            <a:avLst/>
          </a:prstGeom>
        </p:spPr>
        <p:txBody>
          <a:bodyPr/>
          <a:lstStyle>
            <a:lvl1pPr algn="l">
              <a:defRPr sz="6600"/>
            </a:lvl1pPr>
          </a:lstStyle>
          <a:p>
            <a:r>
              <a:rPr lang="it-IT" dirty="0"/>
              <a:t>Titolo</a:t>
            </a:r>
            <a:endParaRPr lang="it-CH" dirty="0"/>
          </a:p>
        </p:txBody>
      </p:sp>
      <p:sp>
        <p:nvSpPr>
          <p:cNvPr id="4" name="Segnaposto testo 6">
            <a:extLst>
              <a:ext uri="{FF2B5EF4-FFF2-40B4-BE49-F238E27FC236}">
                <a16:creationId xmlns:a16="http://schemas.microsoft.com/office/drawing/2014/main" id="{02E7249F-6F87-44E4-A550-44EC4C982BAD}"/>
              </a:ext>
            </a:extLst>
          </p:cNvPr>
          <p:cNvSpPr>
            <a:spLocks noGrp="1"/>
          </p:cNvSpPr>
          <p:nvPr>
            <p:ph type="body" sz="quarter" idx="13" hasCustomPrompt="1"/>
          </p:nvPr>
        </p:nvSpPr>
        <p:spPr>
          <a:xfrm>
            <a:off x="576770" y="3060378"/>
            <a:ext cx="6535230"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Studente / Relatore / Correlatore</a:t>
            </a:r>
          </a:p>
          <a:p>
            <a:pPr lvl="1"/>
            <a:endParaRPr lang="it-IT" dirty="0"/>
          </a:p>
        </p:txBody>
      </p:sp>
      <p:sp>
        <p:nvSpPr>
          <p:cNvPr id="5" name="Segnaposto testo 8">
            <a:extLst>
              <a:ext uri="{FF2B5EF4-FFF2-40B4-BE49-F238E27FC236}">
                <a16:creationId xmlns:a16="http://schemas.microsoft.com/office/drawing/2014/main" id="{8C37578A-5FF4-4050-A2AD-2594421E9C5A}"/>
              </a:ext>
            </a:extLst>
          </p:cNvPr>
          <p:cNvSpPr>
            <a:spLocks noGrp="1"/>
          </p:cNvSpPr>
          <p:nvPr>
            <p:ph type="body" sz="quarter" idx="14" hasCustomPrompt="1"/>
          </p:nvPr>
        </p:nvSpPr>
        <p:spPr>
          <a:xfrm>
            <a:off x="576770" y="5359252"/>
            <a:ext cx="6535230" cy="9035406"/>
          </a:xfrm>
          <a:prstGeom prst="rect">
            <a:avLst/>
          </a:prstGeom>
        </p:spPr>
        <p:txBody>
          <a:bodyPr>
            <a:normAutofit/>
          </a:bodyPr>
          <a:lstStyle>
            <a:lvl1pPr marL="0" indent="0" algn="just">
              <a:buNone/>
              <a:defRPr sz="2600" b="0" i="0" baseline="0"/>
            </a:lvl1pPr>
          </a:lstStyle>
          <a:p>
            <a:pPr lvl="0"/>
            <a:r>
              <a:rPr lang="it-IT" dirty="0"/>
              <a:t>Abstract</a:t>
            </a:r>
          </a:p>
          <a:p>
            <a:pPr lvl="0"/>
            <a:endParaRPr lang="it-IT" dirty="0"/>
          </a:p>
          <a:p>
            <a:pPr lvl="0"/>
            <a:endParaRPr lang="it-CH" dirty="0"/>
          </a:p>
        </p:txBody>
      </p:sp>
      <p:sp>
        <p:nvSpPr>
          <p:cNvPr id="6" name="Segnaposto testo 8">
            <a:extLst>
              <a:ext uri="{FF2B5EF4-FFF2-40B4-BE49-F238E27FC236}">
                <a16:creationId xmlns:a16="http://schemas.microsoft.com/office/drawing/2014/main" id="{CE308CF4-3EC9-4BDE-A599-CBFC32014852}"/>
              </a:ext>
            </a:extLst>
          </p:cNvPr>
          <p:cNvSpPr>
            <a:spLocks noGrp="1"/>
          </p:cNvSpPr>
          <p:nvPr>
            <p:ph type="body" sz="quarter" idx="17" hasCustomPrompt="1"/>
          </p:nvPr>
        </p:nvSpPr>
        <p:spPr>
          <a:xfrm>
            <a:off x="7532148" y="5359261"/>
            <a:ext cx="6535230" cy="9035388"/>
          </a:xfrm>
          <a:prstGeom prst="rect">
            <a:avLst/>
          </a:prstGeom>
        </p:spPr>
        <p:txBody>
          <a:bodyPr>
            <a:normAutofit/>
          </a:bodyPr>
          <a:lstStyle>
            <a:lvl1pPr marL="0" indent="0" algn="just">
              <a:buNone/>
              <a:defRPr sz="2600" b="0" i="0" baseline="0"/>
            </a:lvl1pPr>
          </a:lstStyle>
          <a:p>
            <a:pPr lvl="0"/>
            <a:r>
              <a:rPr lang="it-IT" dirty="0"/>
              <a:t>Attuazione</a:t>
            </a:r>
          </a:p>
          <a:p>
            <a:pPr lvl="0"/>
            <a:endParaRPr lang="it-CH" dirty="0"/>
          </a:p>
        </p:txBody>
      </p:sp>
      <p:sp>
        <p:nvSpPr>
          <p:cNvPr id="7" name="Segnaposto immagine 7">
            <a:extLst>
              <a:ext uri="{FF2B5EF4-FFF2-40B4-BE49-F238E27FC236}">
                <a16:creationId xmlns:a16="http://schemas.microsoft.com/office/drawing/2014/main" id="{843A6E3D-34E7-46E5-ABB4-813F6C55DAA2}"/>
              </a:ext>
            </a:extLst>
          </p:cNvPr>
          <p:cNvSpPr>
            <a:spLocks noGrp="1"/>
          </p:cNvSpPr>
          <p:nvPr>
            <p:ph type="pic" sz="quarter" idx="18" hasCustomPrompt="1"/>
          </p:nvPr>
        </p:nvSpPr>
        <p:spPr>
          <a:xfrm>
            <a:off x="576770" y="14932996"/>
            <a:ext cx="20465033" cy="13481131"/>
          </a:xfrm>
          <a:prstGeom prst="rect">
            <a:avLst/>
          </a:prstGeom>
          <a:noFill/>
        </p:spPr>
        <p:txBody>
          <a:bodyPr/>
          <a:lstStyle>
            <a:lvl1pPr>
              <a:defRPr/>
            </a:lvl1pPr>
          </a:lstStyle>
          <a:p>
            <a:r>
              <a:rPr lang="it-CH" dirty="0"/>
              <a:t>Immagini</a:t>
            </a:r>
          </a:p>
        </p:txBody>
      </p:sp>
      <p:sp>
        <p:nvSpPr>
          <p:cNvPr id="8" name="Segnaposto testo 8">
            <a:extLst>
              <a:ext uri="{FF2B5EF4-FFF2-40B4-BE49-F238E27FC236}">
                <a16:creationId xmlns:a16="http://schemas.microsoft.com/office/drawing/2014/main" id="{2083AC13-69E0-4996-A9FA-C2F6DFD1005C}"/>
              </a:ext>
            </a:extLst>
          </p:cNvPr>
          <p:cNvSpPr>
            <a:spLocks noGrp="1"/>
          </p:cNvSpPr>
          <p:nvPr>
            <p:ph type="body" sz="quarter" idx="19" hasCustomPrompt="1"/>
          </p:nvPr>
        </p:nvSpPr>
        <p:spPr>
          <a:xfrm>
            <a:off x="14487525" y="5359264"/>
            <a:ext cx="6554278" cy="9035382"/>
          </a:xfrm>
          <a:prstGeom prst="rect">
            <a:avLst/>
          </a:prstGeom>
        </p:spPr>
        <p:txBody>
          <a:bodyPr>
            <a:normAutofit/>
          </a:bodyPr>
          <a:lstStyle>
            <a:lvl1pPr marL="0" indent="0" algn="just">
              <a:buNone/>
              <a:defRPr sz="2600" b="0" i="0" baseline="0"/>
            </a:lvl1pPr>
          </a:lstStyle>
          <a:p>
            <a:pPr lvl="0"/>
            <a:r>
              <a:rPr lang="it-IT" dirty="0"/>
              <a:t>Conclusioni</a:t>
            </a:r>
          </a:p>
          <a:p>
            <a:pPr lvl="0"/>
            <a:endParaRPr lang="it-CH" dirty="0"/>
          </a:p>
        </p:txBody>
      </p:sp>
      <p:sp>
        <p:nvSpPr>
          <p:cNvPr id="10" name="Segnaposto testo 6">
            <a:extLst>
              <a:ext uri="{FF2B5EF4-FFF2-40B4-BE49-F238E27FC236}">
                <a16:creationId xmlns:a16="http://schemas.microsoft.com/office/drawing/2014/main" id="{B5931484-0183-4539-ADDB-424FA7E581B7}"/>
              </a:ext>
            </a:extLst>
          </p:cNvPr>
          <p:cNvSpPr>
            <a:spLocks noGrp="1"/>
          </p:cNvSpPr>
          <p:nvPr>
            <p:ph type="body" sz="quarter" idx="21" hasCustomPrompt="1"/>
          </p:nvPr>
        </p:nvSpPr>
        <p:spPr>
          <a:xfrm>
            <a:off x="7532147" y="3060378"/>
            <a:ext cx="6535229"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Progetto / Anno / Ambito</a:t>
            </a:r>
          </a:p>
          <a:p>
            <a:pPr lvl="1"/>
            <a:endParaRPr lang="it-IT" dirty="0"/>
          </a:p>
        </p:txBody>
      </p:sp>
      <p:sp>
        <p:nvSpPr>
          <p:cNvPr id="13" name="Segnaposto testo 12">
            <a:extLst>
              <a:ext uri="{FF2B5EF4-FFF2-40B4-BE49-F238E27FC236}">
                <a16:creationId xmlns:a16="http://schemas.microsoft.com/office/drawing/2014/main" id="{4B2E0C59-60DC-41B5-A2C5-A89F6CD6CB6F}"/>
              </a:ext>
            </a:extLst>
          </p:cNvPr>
          <p:cNvSpPr>
            <a:spLocks noGrp="1"/>
          </p:cNvSpPr>
          <p:nvPr>
            <p:ph type="body" sz="quarter" idx="22" hasCustomPrompt="1"/>
          </p:nvPr>
        </p:nvSpPr>
        <p:spPr>
          <a:xfrm>
            <a:off x="14487522" y="1109663"/>
            <a:ext cx="6554278" cy="3711251"/>
          </a:xfrm>
          <a:prstGeom prst="rect">
            <a:avLst/>
          </a:prstGeom>
        </p:spPr>
        <p:txBody>
          <a:bodyPr/>
          <a:lstStyle>
            <a:lvl1pPr marL="0" indent="0" algn="just">
              <a:buNone/>
              <a:defRPr lang="it-IT" sz="2600" b="0" kern="1200" dirty="0" smtClean="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it-IT" dirty="0"/>
              <a:t>Scopo</a:t>
            </a:r>
          </a:p>
        </p:txBody>
      </p:sp>
      <p:cxnSp>
        <p:nvCxnSpPr>
          <p:cNvPr id="14" name="Connettore diritto 13">
            <a:extLst>
              <a:ext uri="{FF2B5EF4-FFF2-40B4-BE49-F238E27FC236}">
                <a16:creationId xmlns:a16="http://schemas.microsoft.com/office/drawing/2014/main" id="{2483DA28-313D-492C-845B-866DC3032B24}"/>
              </a:ext>
            </a:extLst>
          </p:cNvPr>
          <p:cNvCxnSpPr>
            <a:cxnSpLocks/>
          </p:cNvCxnSpPr>
          <p:nvPr userDrawn="1"/>
        </p:nvCxnSpPr>
        <p:spPr>
          <a:xfrm>
            <a:off x="576770" y="832880"/>
            <a:ext cx="20465030"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CE5EB45C-D213-4F52-9575-96624D694E5B}"/>
              </a:ext>
            </a:extLst>
          </p:cNvPr>
          <p:cNvCxnSpPr>
            <a:cxnSpLocks/>
          </p:cNvCxnSpPr>
          <p:nvPr userDrawn="1"/>
        </p:nvCxnSpPr>
        <p:spPr>
          <a:xfrm>
            <a:off x="576770" y="51191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6" name="Connettore diritto 15">
            <a:extLst>
              <a:ext uri="{FF2B5EF4-FFF2-40B4-BE49-F238E27FC236}">
                <a16:creationId xmlns:a16="http://schemas.microsoft.com/office/drawing/2014/main" id="{6A6F76CC-D09D-41AB-ABE5-FF166A751D34}"/>
              </a:ext>
            </a:extLst>
          </p:cNvPr>
          <p:cNvCxnSpPr>
            <a:cxnSpLocks/>
          </p:cNvCxnSpPr>
          <p:nvPr userDrawn="1"/>
        </p:nvCxnSpPr>
        <p:spPr>
          <a:xfrm>
            <a:off x="595820" y="289697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006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afica in evidenza">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FE40E912-3055-4E45-8B4A-168F6ADB2E86}"/>
              </a:ext>
            </a:extLst>
          </p:cNvPr>
          <p:cNvSpPr>
            <a:spLocks noGrp="1"/>
          </p:cNvSpPr>
          <p:nvPr>
            <p:ph type="title" hasCustomPrompt="1"/>
          </p:nvPr>
        </p:nvSpPr>
        <p:spPr>
          <a:xfrm>
            <a:off x="576770" y="1109486"/>
            <a:ext cx="13490606" cy="1760537"/>
          </a:xfrm>
          <a:prstGeom prst="rect">
            <a:avLst/>
          </a:prstGeom>
        </p:spPr>
        <p:txBody>
          <a:bodyPr/>
          <a:lstStyle>
            <a:lvl1pPr algn="l">
              <a:defRPr sz="6600"/>
            </a:lvl1pPr>
          </a:lstStyle>
          <a:p>
            <a:r>
              <a:rPr lang="it-IT" dirty="0"/>
              <a:t>Titolo</a:t>
            </a:r>
            <a:endParaRPr lang="it-CH" dirty="0"/>
          </a:p>
        </p:txBody>
      </p:sp>
      <p:sp>
        <p:nvSpPr>
          <p:cNvPr id="4" name="Segnaposto testo 6">
            <a:extLst>
              <a:ext uri="{FF2B5EF4-FFF2-40B4-BE49-F238E27FC236}">
                <a16:creationId xmlns:a16="http://schemas.microsoft.com/office/drawing/2014/main" id="{02E7249F-6F87-44E4-A550-44EC4C982BAD}"/>
              </a:ext>
            </a:extLst>
          </p:cNvPr>
          <p:cNvSpPr>
            <a:spLocks noGrp="1"/>
          </p:cNvSpPr>
          <p:nvPr>
            <p:ph type="body" sz="quarter" idx="13" hasCustomPrompt="1"/>
          </p:nvPr>
        </p:nvSpPr>
        <p:spPr>
          <a:xfrm>
            <a:off x="576770" y="3060378"/>
            <a:ext cx="6535230"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Studente:</a:t>
            </a:r>
          </a:p>
          <a:p>
            <a:pPr lvl="0"/>
            <a:r>
              <a:rPr lang="it-CH" dirty="0"/>
              <a:t>Relatore:</a:t>
            </a:r>
          </a:p>
          <a:p>
            <a:pPr lvl="0"/>
            <a:r>
              <a:rPr lang="it-CH" dirty="0"/>
              <a:t>Correlatore:</a:t>
            </a:r>
          </a:p>
          <a:p>
            <a:pPr lvl="1"/>
            <a:endParaRPr lang="it-IT" dirty="0"/>
          </a:p>
        </p:txBody>
      </p:sp>
      <p:sp>
        <p:nvSpPr>
          <p:cNvPr id="5" name="Segnaposto testo 8">
            <a:extLst>
              <a:ext uri="{FF2B5EF4-FFF2-40B4-BE49-F238E27FC236}">
                <a16:creationId xmlns:a16="http://schemas.microsoft.com/office/drawing/2014/main" id="{8C37578A-5FF4-4050-A2AD-2594421E9C5A}"/>
              </a:ext>
            </a:extLst>
          </p:cNvPr>
          <p:cNvSpPr>
            <a:spLocks noGrp="1"/>
          </p:cNvSpPr>
          <p:nvPr>
            <p:ph type="body" sz="quarter" idx="14" hasCustomPrompt="1"/>
          </p:nvPr>
        </p:nvSpPr>
        <p:spPr>
          <a:xfrm>
            <a:off x="576768" y="19298657"/>
            <a:ext cx="6535230" cy="9372860"/>
          </a:xfrm>
          <a:prstGeom prst="rect">
            <a:avLst/>
          </a:prstGeom>
        </p:spPr>
        <p:txBody>
          <a:bodyPr>
            <a:normAutofit/>
          </a:bodyPr>
          <a:lstStyle>
            <a:lvl1pPr marL="0" indent="0" algn="just">
              <a:buNone/>
              <a:defRPr sz="2600" b="0" i="0" baseline="0"/>
            </a:lvl1pPr>
          </a:lstStyle>
          <a:p>
            <a:pPr lvl="0"/>
            <a:r>
              <a:rPr lang="it-IT" dirty="0"/>
              <a:t>Abstract</a:t>
            </a:r>
          </a:p>
          <a:p>
            <a:pPr lvl="0"/>
            <a:endParaRPr lang="it-IT" dirty="0"/>
          </a:p>
          <a:p>
            <a:pPr lvl="0"/>
            <a:endParaRPr lang="it-CH" dirty="0"/>
          </a:p>
        </p:txBody>
      </p:sp>
      <p:sp>
        <p:nvSpPr>
          <p:cNvPr id="6" name="Segnaposto testo 8">
            <a:extLst>
              <a:ext uri="{FF2B5EF4-FFF2-40B4-BE49-F238E27FC236}">
                <a16:creationId xmlns:a16="http://schemas.microsoft.com/office/drawing/2014/main" id="{CE308CF4-3EC9-4BDE-A599-CBFC32014852}"/>
              </a:ext>
            </a:extLst>
          </p:cNvPr>
          <p:cNvSpPr>
            <a:spLocks noGrp="1"/>
          </p:cNvSpPr>
          <p:nvPr>
            <p:ph type="body" sz="quarter" idx="17" hasCustomPrompt="1"/>
          </p:nvPr>
        </p:nvSpPr>
        <p:spPr>
          <a:xfrm>
            <a:off x="7532146" y="19298665"/>
            <a:ext cx="6535230" cy="9372841"/>
          </a:xfrm>
          <a:prstGeom prst="rect">
            <a:avLst/>
          </a:prstGeom>
        </p:spPr>
        <p:txBody>
          <a:bodyPr>
            <a:normAutofit/>
          </a:bodyPr>
          <a:lstStyle>
            <a:lvl1pPr marL="0" indent="0" algn="just">
              <a:buNone/>
              <a:defRPr sz="2600" b="0" i="0" baseline="0"/>
            </a:lvl1pPr>
          </a:lstStyle>
          <a:p>
            <a:pPr lvl="0"/>
            <a:r>
              <a:rPr lang="it-IT" dirty="0"/>
              <a:t>Attuazione</a:t>
            </a:r>
          </a:p>
          <a:p>
            <a:pPr lvl="0"/>
            <a:endParaRPr lang="it-CH" dirty="0"/>
          </a:p>
        </p:txBody>
      </p:sp>
      <p:sp>
        <p:nvSpPr>
          <p:cNvPr id="7" name="Segnaposto immagine 7">
            <a:extLst>
              <a:ext uri="{FF2B5EF4-FFF2-40B4-BE49-F238E27FC236}">
                <a16:creationId xmlns:a16="http://schemas.microsoft.com/office/drawing/2014/main" id="{843A6E3D-34E7-46E5-ABB4-813F6C55DAA2}"/>
              </a:ext>
            </a:extLst>
          </p:cNvPr>
          <p:cNvSpPr>
            <a:spLocks noGrp="1"/>
          </p:cNvSpPr>
          <p:nvPr>
            <p:ph type="pic" sz="quarter" idx="18" hasCustomPrompt="1"/>
          </p:nvPr>
        </p:nvSpPr>
        <p:spPr>
          <a:xfrm>
            <a:off x="576772" y="5417346"/>
            <a:ext cx="20445982" cy="13481131"/>
          </a:xfrm>
          <a:prstGeom prst="rect">
            <a:avLst/>
          </a:prstGeom>
          <a:noFill/>
        </p:spPr>
        <p:txBody>
          <a:bodyPr/>
          <a:lstStyle>
            <a:lvl1pPr>
              <a:defRPr/>
            </a:lvl1pPr>
          </a:lstStyle>
          <a:p>
            <a:r>
              <a:rPr lang="it-CH" dirty="0"/>
              <a:t>Immagini</a:t>
            </a:r>
          </a:p>
        </p:txBody>
      </p:sp>
      <p:sp>
        <p:nvSpPr>
          <p:cNvPr id="8" name="Segnaposto testo 8">
            <a:extLst>
              <a:ext uri="{FF2B5EF4-FFF2-40B4-BE49-F238E27FC236}">
                <a16:creationId xmlns:a16="http://schemas.microsoft.com/office/drawing/2014/main" id="{2083AC13-69E0-4996-A9FA-C2F6DFD1005C}"/>
              </a:ext>
            </a:extLst>
          </p:cNvPr>
          <p:cNvSpPr>
            <a:spLocks noGrp="1"/>
          </p:cNvSpPr>
          <p:nvPr>
            <p:ph type="body" sz="quarter" idx="19" hasCustomPrompt="1"/>
          </p:nvPr>
        </p:nvSpPr>
        <p:spPr>
          <a:xfrm>
            <a:off x="14487523" y="19298668"/>
            <a:ext cx="6535230" cy="9372835"/>
          </a:xfrm>
          <a:prstGeom prst="rect">
            <a:avLst/>
          </a:prstGeom>
        </p:spPr>
        <p:txBody>
          <a:bodyPr>
            <a:normAutofit/>
          </a:bodyPr>
          <a:lstStyle>
            <a:lvl1pPr marL="0" indent="0" algn="just">
              <a:buNone/>
              <a:defRPr sz="2600" b="0" i="0" baseline="0"/>
            </a:lvl1pPr>
          </a:lstStyle>
          <a:p>
            <a:pPr lvl="0"/>
            <a:r>
              <a:rPr lang="it-IT" dirty="0"/>
              <a:t>Conclusioni</a:t>
            </a:r>
          </a:p>
          <a:p>
            <a:pPr lvl="0"/>
            <a:endParaRPr lang="it-CH" dirty="0"/>
          </a:p>
        </p:txBody>
      </p:sp>
      <p:sp>
        <p:nvSpPr>
          <p:cNvPr id="10" name="Segnaposto testo 6">
            <a:extLst>
              <a:ext uri="{FF2B5EF4-FFF2-40B4-BE49-F238E27FC236}">
                <a16:creationId xmlns:a16="http://schemas.microsoft.com/office/drawing/2014/main" id="{B5931484-0183-4539-ADDB-424FA7E581B7}"/>
              </a:ext>
            </a:extLst>
          </p:cNvPr>
          <p:cNvSpPr>
            <a:spLocks noGrp="1"/>
          </p:cNvSpPr>
          <p:nvPr>
            <p:ph type="body" sz="quarter" idx="21" hasCustomPrompt="1"/>
          </p:nvPr>
        </p:nvSpPr>
        <p:spPr>
          <a:xfrm>
            <a:off x="7532147" y="3060378"/>
            <a:ext cx="6535229"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Progetto:</a:t>
            </a:r>
          </a:p>
          <a:p>
            <a:pPr lvl="0"/>
            <a:r>
              <a:rPr lang="it-CH" dirty="0"/>
              <a:t>Anno:</a:t>
            </a:r>
          </a:p>
          <a:p>
            <a:pPr lvl="0"/>
            <a:r>
              <a:rPr lang="it-CH" dirty="0"/>
              <a:t>Ambito: (sistemi, sviluppo)</a:t>
            </a:r>
          </a:p>
          <a:p>
            <a:pPr lvl="1"/>
            <a:endParaRPr lang="it-IT" dirty="0"/>
          </a:p>
        </p:txBody>
      </p:sp>
      <p:sp>
        <p:nvSpPr>
          <p:cNvPr id="13" name="Segnaposto testo 12">
            <a:extLst>
              <a:ext uri="{FF2B5EF4-FFF2-40B4-BE49-F238E27FC236}">
                <a16:creationId xmlns:a16="http://schemas.microsoft.com/office/drawing/2014/main" id="{4B2E0C59-60DC-41B5-A2C5-A89F6CD6CB6F}"/>
              </a:ext>
            </a:extLst>
          </p:cNvPr>
          <p:cNvSpPr>
            <a:spLocks noGrp="1"/>
          </p:cNvSpPr>
          <p:nvPr>
            <p:ph type="body" sz="quarter" idx="22" hasCustomPrompt="1"/>
          </p:nvPr>
        </p:nvSpPr>
        <p:spPr>
          <a:xfrm>
            <a:off x="14487522" y="1109663"/>
            <a:ext cx="6535231" cy="3711251"/>
          </a:xfrm>
          <a:prstGeom prst="rect">
            <a:avLst/>
          </a:prstGeom>
        </p:spPr>
        <p:txBody>
          <a:bodyPr/>
          <a:lstStyle>
            <a:lvl1pPr marL="0" indent="0" algn="just">
              <a:buNone/>
              <a:defRPr lang="it-IT" sz="2600" b="0" kern="1200" dirty="0" smtClean="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it-IT" dirty="0"/>
              <a:t>Scopo</a:t>
            </a:r>
          </a:p>
        </p:txBody>
      </p:sp>
      <p:cxnSp>
        <p:nvCxnSpPr>
          <p:cNvPr id="14" name="Connettore diritto 13">
            <a:extLst>
              <a:ext uri="{FF2B5EF4-FFF2-40B4-BE49-F238E27FC236}">
                <a16:creationId xmlns:a16="http://schemas.microsoft.com/office/drawing/2014/main" id="{2483DA28-313D-492C-845B-866DC3032B24}"/>
              </a:ext>
            </a:extLst>
          </p:cNvPr>
          <p:cNvCxnSpPr>
            <a:cxnSpLocks/>
          </p:cNvCxnSpPr>
          <p:nvPr userDrawn="1"/>
        </p:nvCxnSpPr>
        <p:spPr>
          <a:xfrm>
            <a:off x="576770" y="83288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CE5EB45C-D213-4F52-9575-96624D694E5B}"/>
              </a:ext>
            </a:extLst>
          </p:cNvPr>
          <p:cNvCxnSpPr>
            <a:cxnSpLocks/>
          </p:cNvCxnSpPr>
          <p:nvPr userDrawn="1"/>
        </p:nvCxnSpPr>
        <p:spPr>
          <a:xfrm>
            <a:off x="576770" y="51191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6" name="Connettore diritto 15">
            <a:extLst>
              <a:ext uri="{FF2B5EF4-FFF2-40B4-BE49-F238E27FC236}">
                <a16:creationId xmlns:a16="http://schemas.microsoft.com/office/drawing/2014/main" id="{6A6F76CC-D09D-41AB-ABE5-FF166A751D34}"/>
              </a:ext>
            </a:extLst>
          </p:cNvPr>
          <p:cNvCxnSpPr>
            <a:cxnSpLocks/>
          </p:cNvCxnSpPr>
          <p:nvPr userDrawn="1"/>
        </p:nvCxnSpPr>
        <p:spPr>
          <a:xfrm>
            <a:off x="576770" y="289697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496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namico a piastrelle">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FE40E912-3055-4E45-8B4A-168F6ADB2E86}"/>
              </a:ext>
            </a:extLst>
          </p:cNvPr>
          <p:cNvSpPr>
            <a:spLocks noGrp="1"/>
          </p:cNvSpPr>
          <p:nvPr>
            <p:ph type="title" hasCustomPrompt="1"/>
          </p:nvPr>
        </p:nvSpPr>
        <p:spPr>
          <a:xfrm>
            <a:off x="576770" y="970422"/>
            <a:ext cx="13490606" cy="1899601"/>
          </a:xfrm>
          <a:prstGeom prst="rect">
            <a:avLst/>
          </a:prstGeom>
        </p:spPr>
        <p:txBody>
          <a:bodyPr/>
          <a:lstStyle>
            <a:lvl1pPr algn="l">
              <a:defRPr sz="6600"/>
            </a:lvl1pPr>
          </a:lstStyle>
          <a:p>
            <a:r>
              <a:rPr lang="it-IT" dirty="0"/>
              <a:t>Titolo</a:t>
            </a:r>
            <a:endParaRPr lang="it-CH" dirty="0"/>
          </a:p>
        </p:txBody>
      </p:sp>
      <p:sp>
        <p:nvSpPr>
          <p:cNvPr id="4" name="Segnaposto testo 6">
            <a:extLst>
              <a:ext uri="{FF2B5EF4-FFF2-40B4-BE49-F238E27FC236}">
                <a16:creationId xmlns:a16="http://schemas.microsoft.com/office/drawing/2014/main" id="{02E7249F-6F87-44E4-A550-44EC4C982BAD}"/>
              </a:ext>
            </a:extLst>
          </p:cNvPr>
          <p:cNvSpPr>
            <a:spLocks noGrp="1"/>
          </p:cNvSpPr>
          <p:nvPr>
            <p:ph type="body" sz="quarter" idx="13" hasCustomPrompt="1"/>
          </p:nvPr>
        </p:nvSpPr>
        <p:spPr>
          <a:xfrm>
            <a:off x="576768" y="3294474"/>
            <a:ext cx="6535230" cy="149710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Studente:</a:t>
            </a:r>
          </a:p>
          <a:p>
            <a:pPr lvl="0"/>
            <a:r>
              <a:rPr lang="it-CH" dirty="0"/>
              <a:t>Relatore:</a:t>
            </a:r>
          </a:p>
          <a:p>
            <a:pPr lvl="0"/>
            <a:r>
              <a:rPr lang="it-CH" dirty="0"/>
              <a:t>Correlatore:</a:t>
            </a:r>
          </a:p>
          <a:p>
            <a:pPr lvl="1"/>
            <a:endParaRPr lang="it-IT" dirty="0"/>
          </a:p>
        </p:txBody>
      </p:sp>
      <p:sp>
        <p:nvSpPr>
          <p:cNvPr id="5" name="Segnaposto testo 8">
            <a:extLst>
              <a:ext uri="{FF2B5EF4-FFF2-40B4-BE49-F238E27FC236}">
                <a16:creationId xmlns:a16="http://schemas.microsoft.com/office/drawing/2014/main" id="{8C37578A-5FF4-4050-A2AD-2594421E9C5A}"/>
              </a:ext>
            </a:extLst>
          </p:cNvPr>
          <p:cNvSpPr>
            <a:spLocks noGrp="1"/>
          </p:cNvSpPr>
          <p:nvPr>
            <p:ph type="body" sz="quarter" idx="14" hasCustomPrompt="1"/>
          </p:nvPr>
        </p:nvSpPr>
        <p:spPr>
          <a:xfrm>
            <a:off x="576770" y="5445869"/>
            <a:ext cx="6535230" cy="10820643"/>
          </a:xfrm>
          <a:prstGeom prst="rect">
            <a:avLst/>
          </a:prstGeom>
        </p:spPr>
        <p:txBody>
          <a:bodyPr>
            <a:normAutofit/>
          </a:bodyPr>
          <a:lstStyle>
            <a:lvl1pPr marL="0" indent="0" algn="just">
              <a:buNone/>
              <a:defRPr sz="2600" b="0" i="0" baseline="0"/>
            </a:lvl1pPr>
          </a:lstStyle>
          <a:p>
            <a:pPr lvl="0"/>
            <a:r>
              <a:rPr lang="it-IT" dirty="0"/>
              <a:t>Abstract</a:t>
            </a:r>
          </a:p>
          <a:p>
            <a:pPr lvl="0"/>
            <a:endParaRPr lang="it-IT" dirty="0"/>
          </a:p>
          <a:p>
            <a:pPr lvl="0"/>
            <a:endParaRPr lang="it-CH" dirty="0"/>
          </a:p>
        </p:txBody>
      </p:sp>
      <p:sp>
        <p:nvSpPr>
          <p:cNvPr id="6" name="Segnaposto testo 8">
            <a:extLst>
              <a:ext uri="{FF2B5EF4-FFF2-40B4-BE49-F238E27FC236}">
                <a16:creationId xmlns:a16="http://schemas.microsoft.com/office/drawing/2014/main" id="{CE308CF4-3EC9-4BDE-A599-CBFC32014852}"/>
              </a:ext>
            </a:extLst>
          </p:cNvPr>
          <p:cNvSpPr>
            <a:spLocks noGrp="1"/>
          </p:cNvSpPr>
          <p:nvPr>
            <p:ph type="body" sz="quarter" idx="17" hasCustomPrompt="1"/>
          </p:nvPr>
        </p:nvSpPr>
        <p:spPr>
          <a:xfrm>
            <a:off x="7532147" y="11692307"/>
            <a:ext cx="6535230" cy="10746773"/>
          </a:xfrm>
          <a:prstGeom prst="rect">
            <a:avLst/>
          </a:prstGeom>
        </p:spPr>
        <p:txBody>
          <a:bodyPr>
            <a:normAutofit/>
          </a:bodyPr>
          <a:lstStyle>
            <a:lvl1pPr marL="0" indent="0" algn="just">
              <a:buNone/>
              <a:defRPr sz="2600" b="0" i="0" baseline="0"/>
            </a:lvl1pPr>
          </a:lstStyle>
          <a:p>
            <a:pPr lvl="0"/>
            <a:r>
              <a:rPr lang="it-IT" dirty="0"/>
              <a:t>Attuazione</a:t>
            </a:r>
          </a:p>
          <a:p>
            <a:pPr lvl="0"/>
            <a:endParaRPr lang="it-CH" dirty="0"/>
          </a:p>
        </p:txBody>
      </p:sp>
      <p:sp>
        <p:nvSpPr>
          <p:cNvPr id="8" name="Segnaposto testo 8">
            <a:extLst>
              <a:ext uri="{FF2B5EF4-FFF2-40B4-BE49-F238E27FC236}">
                <a16:creationId xmlns:a16="http://schemas.microsoft.com/office/drawing/2014/main" id="{2083AC13-69E0-4996-A9FA-C2F6DFD1005C}"/>
              </a:ext>
            </a:extLst>
          </p:cNvPr>
          <p:cNvSpPr>
            <a:spLocks noGrp="1"/>
          </p:cNvSpPr>
          <p:nvPr>
            <p:ph type="body" sz="quarter" idx="19" hasCustomPrompt="1"/>
          </p:nvPr>
        </p:nvSpPr>
        <p:spPr>
          <a:xfrm>
            <a:off x="14487523" y="17949946"/>
            <a:ext cx="6535230" cy="10746775"/>
          </a:xfrm>
          <a:prstGeom prst="rect">
            <a:avLst/>
          </a:prstGeom>
        </p:spPr>
        <p:txBody>
          <a:bodyPr>
            <a:normAutofit/>
          </a:bodyPr>
          <a:lstStyle>
            <a:lvl1pPr marL="0" indent="0" algn="just">
              <a:buNone/>
              <a:defRPr sz="2600" b="0" i="0" baseline="0"/>
            </a:lvl1pPr>
          </a:lstStyle>
          <a:p>
            <a:pPr lvl="0"/>
            <a:r>
              <a:rPr lang="it-IT" dirty="0"/>
              <a:t>Conclusioni</a:t>
            </a:r>
          </a:p>
          <a:p>
            <a:pPr lvl="0"/>
            <a:endParaRPr lang="it-CH" dirty="0"/>
          </a:p>
        </p:txBody>
      </p:sp>
      <p:sp>
        <p:nvSpPr>
          <p:cNvPr id="10" name="Segnaposto testo 6">
            <a:extLst>
              <a:ext uri="{FF2B5EF4-FFF2-40B4-BE49-F238E27FC236}">
                <a16:creationId xmlns:a16="http://schemas.microsoft.com/office/drawing/2014/main" id="{B5931484-0183-4539-ADDB-424FA7E581B7}"/>
              </a:ext>
            </a:extLst>
          </p:cNvPr>
          <p:cNvSpPr>
            <a:spLocks noGrp="1"/>
          </p:cNvSpPr>
          <p:nvPr>
            <p:ph type="body" sz="quarter" idx="21" hasCustomPrompt="1"/>
          </p:nvPr>
        </p:nvSpPr>
        <p:spPr>
          <a:xfrm>
            <a:off x="7532147" y="3294474"/>
            <a:ext cx="6535229" cy="150911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Progetto:</a:t>
            </a:r>
          </a:p>
          <a:p>
            <a:pPr lvl="0"/>
            <a:r>
              <a:rPr lang="it-CH" dirty="0"/>
              <a:t>Anno:</a:t>
            </a:r>
          </a:p>
          <a:p>
            <a:pPr lvl="0"/>
            <a:r>
              <a:rPr lang="it-CH" dirty="0"/>
              <a:t>Ambito: (sistemi, sviluppo)</a:t>
            </a:r>
          </a:p>
          <a:p>
            <a:pPr lvl="1"/>
            <a:endParaRPr lang="it-IT" dirty="0"/>
          </a:p>
        </p:txBody>
      </p:sp>
      <p:sp>
        <p:nvSpPr>
          <p:cNvPr id="13" name="Segnaposto testo 12">
            <a:extLst>
              <a:ext uri="{FF2B5EF4-FFF2-40B4-BE49-F238E27FC236}">
                <a16:creationId xmlns:a16="http://schemas.microsoft.com/office/drawing/2014/main" id="{4B2E0C59-60DC-41B5-A2C5-A89F6CD6CB6F}"/>
              </a:ext>
            </a:extLst>
          </p:cNvPr>
          <p:cNvSpPr>
            <a:spLocks noGrp="1"/>
          </p:cNvSpPr>
          <p:nvPr>
            <p:ph type="body" sz="quarter" idx="22" hasCustomPrompt="1"/>
          </p:nvPr>
        </p:nvSpPr>
        <p:spPr>
          <a:xfrm>
            <a:off x="14487522" y="970422"/>
            <a:ext cx="6535231" cy="3833170"/>
          </a:xfrm>
          <a:prstGeom prst="rect">
            <a:avLst/>
          </a:prstGeom>
        </p:spPr>
        <p:txBody>
          <a:bodyPr/>
          <a:lstStyle>
            <a:lvl1pPr marL="0" indent="0" algn="just">
              <a:buNone/>
              <a:defRPr lang="it-IT" sz="2600" b="0" kern="1200" dirty="0" smtClean="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it-IT" dirty="0"/>
              <a:t>Scopo</a:t>
            </a:r>
          </a:p>
        </p:txBody>
      </p:sp>
      <p:cxnSp>
        <p:nvCxnSpPr>
          <p:cNvPr id="14" name="Connettore diritto 13">
            <a:extLst>
              <a:ext uri="{FF2B5EF4-FFF2-40B4-BE49-F238E27FC236}">
                <a16:creationId xmlns:a16="http://schemas.microsoft.com/office/drawing/2014/main" id="{2483DA28-313D-492C-845B-866DC3032B24}"/>
              </a:ext>
            </a:extLst>
          </p:cNvPr>
          <p:cNvCxnSpPr>
            <a:cxnSpLocks/>
          </p:cNvCxnSpPr>
          <p:nvPr userDrawn="1"/>
        </p:nvCxnSpPr>
        <p:spPr>
          <a:xfrm>
            <a:off x="576770" y="697412"/>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CE5EB45C-D213-4F52-9575-96624D694E5B}"/>
              </a:ext>
            </a:extLst>
          </p:cNvPr>
          <p:cNvCxnSpPr>
            <a:cxnSpLocks/>
          </p:cNvCxnSpPr>
          <p:nvPr userDrawn="1"/>
        </p:nvCxnSpPr>
        <p:spPr>
          <a:xfrm>
            <a:off x="576770" y="51191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6" name="Connettore diritto 15">
            <a:extLst>
              <a:ext uri="{FF2B5EF4-FFF2-40B4-BE49-F238E27FC236}">
                <a16:creationId xmlns:a16="http://schemas.microsoft.com/office/drawing/2014/main" id="{6A6F76CC-D09D-41AB-ABE5-FF166A751D34}"/>
              </a:ext>
            </a:extLst>
          </p:cNvPr>
          <p:cNvCxnSpPr>
            <a:cxnSpLocks/>
          </p:cNvCxnSpPr>
          <p:nvPr userDrawn="1"/>
        </p:nvCxnSpPr>
        <p:spPr>
          <a:xfrm>
            <a:off x="576770" y="289697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17" name="Segnaposto immagine 7">
            <a:extLst>
              <a:ext uri="{FF2B5EF4-FFF2-40B4-BE49-F238E27FC236}">
                <a16:creationId xmlns:a16="http://schemas.microsoft.com/office/drawing/2014/main" id="{83955D1B-0EAA-4D58-9568-C5B1CBB8D649}"/>
              </a:ext>
            </a:extLst>
          </p:cNvPr>
          <p:cNvSpPr>
            <a:spLocks noGrp="1"/>
          </p:cNvSpPr>
          <p:nvPr>
            <p:ph type="pic" sz="quarter" idx="23" hasCustomPrompt="1"/>
          </p:nvPr>
        </p:nvSpPr>
        <p:spPr>
          <a:xfrm>
            <a:off x="576768" y="16564729"/>
            <a:ext cx="6535232" cy="5916888"/>
          </a:xfrm>
          <a:prstGeom prst="rect">
            <a:avLst/>
          </a:prstGeom>
          <a:noFill/>
        </p:spPr>
        <p:txBody>
          <a:bodyPr/>
          <a:lstStyle>
            <a:lvl1pPr>
              <a:defRPr/>
            </a:lvl1pPr>
          </a:lstStyle>
          <a:p>
            <a:r>
              <a:rPr lang="it-CH" dirty="0"/>
              <a:t>Immagini</a:t>
            </a:r>
          </a:p>
        </p:txBody>
      </p:sp>
      <p:sp>
        <p:nvSpPr>
          <p:cNvPr id="18" name="Segnaposto immagine 7">
            <a:extLst>
              <a:ext uri="{FF2B5EF4-FFF2-40B4-BE49-F238E27FC236}">
                <a16:creationId xmlns:a16="http://schemas.microsoft.com/office/drawing/2014/main" id="{32CFCEFF-D432-438B-9437-41EADA90728D}"/>
              </a:ext>
            </a:extLst>
          </p:cNvPr>
          <p:cNvSpPr>
            <a:spLocks noGrp="1"/>
          </p:cNvSpPr>
          <p:nvPr>
            <p:ph type="pic" sz="quarter" idx="24" hasCustomPrompt="1"/>
          </p:nvPr>
        </p:nvSpPr>
        <p:spPr>
          <a:xfrm>
            <a:off x="14487522" y="5434669"/>
            <a:ext cx="6535230" cy="5916887"/>
          </a:xfrm>
          <a:prstGeom prst="rect">
            <a:avLst/>
          </a:prstGeom>
          <a:noFill/>
        </p:spPr>
        <p:txBody>
          <a:bodyPr/>
          <a:lstStyle>
            <a:lvl1pPr>
              <a:defRPr/>
            </a:lvl1pPr>
          </a:lstStyle>
          <a:p>
            <a:r>
              <a:rPr lang="it-CH" dirty="0"/>
              <a:t>Immagini</a:t>
            </a:r>
          </a:p>
        </p:txBody>
      </p:sp>
      <p:sp>
        <p:nvSpPr>
          <p:cNvPr id="19" name="Segnaposto immagine 7">
            <a:extLst>
              <a:ext uri="{FF2B5EF4-FFF2-40B4-BE49-F238E27FC236}">
                <a16:creationId xmlns:a16="http://schemas.microsoft.com/office/drawing/2014/main" id="{B2236A43-F649-4877-BCCA-D0F1A790970D}"/>
              </a:ext>
            </a:extLst>
          </p:cNvPr>
          <p:cNvSpPr>
            <a:spLocks noGrp="1"/>
          </p:cNvSpPr>
          <p:nvPr>
            <p:ph type="pic" sz="quarter" idx="25" hasCustomPrompt="1"/>
          </p:nvPr>
        </p:nvSpPr>
        <p:spPr>
          <a:xfrm>
            <a:off x="7507805" y="5444555"/>
            <a:ext cx="6559571" cy="5906998"/>
          </a:xfrm>
          <a:prstGeom prst="rect">
            <a:avLst/>
          </a:prstGeom>
          <a:noFill/>
        </p:spPr>
        <p:txBody>
          <a:bodyPr/>
          <a:lstStyle>
            <a:lvl1pPr>
              <a:defRPr/>
            </a:lvl1pPr>
          </a:lstStyle>
          <a:p>
            <a:r>
              <a:rPr lang="it-CH" dirty="0"/>
              <a:t>Immagini</a:t>
            </a:r>
          </a:p>
        </p:txBody>
      </p:sp>
      <p:sp>
        <p:nvSpPr>
          <p:cNvPr id="20" name="Segnaposto immagine 7">
            <a:extLst>
              <a:ext uri="{FF2B5EF4-FFF2-40B4-BE49-F238E27FC236}">
                <a16:creationId xmlns:a16="http://schemas.microsoft.com/office/drawing/2014/main" id="{42DD9A22-66F7-440E-A0E2-252283C0A233}"/>
              </a:ext>
            </a:extLst>
          </p:cNvPr>
          <p:cNvSpPr>
            <a:spLocks noGrp="1"/>
          </p:cNvSpPr>
          <p:nvPr>
            <p:ph type="pic" sz="quarter" idx="26" hasCustomPrompt="1"/>
          </p:nvPr>
        </p:nvSpPr>
        <p:spPr>
          <a:xfrm>
            <a:off x="14487522" y="11692307"/>
            <a:ext cx="6535232" cy="5916888"/>
          </a:xfrm>
          <a:prstGeom prst="rect">
            <a:avLst/>
          </a:prstGeom>
          <a:noFill/>
        </p:spPr>
        <p:txBody>
          <a:bodyPr/>
          <a:lstStyle>
            <a:lvl1pPr>
              <a:defRPr/>
            </a:lvl1pPr>
          </a:lstStyle>
          <a:p>
            <a:r>
              <a:rPr lang="it-CH" dirty="0"/>
              <a:t>Immagini</a:t>
            </a:r>
          </a:p>
        </p:txBody>
      </p:sp>
      <p:sp>
        <p:nvSpPr>
          <p:cNvPr id="21" name="Segnaposto immagine 7">
            <a:extLst>
              <a:ext uri="{FF2B5EF4-FFF2-40B4-BE49-F238E27FC236}">
                <a16:creationId xmlns:a16="http://schemas.microsoft.com/office/drawing/2014/main" id="{14D8FBFB-9CC7-407F-B36B-D338F9BF0324}"/>
              </a:ext>
            </a:extLst>
          </p:cNvPr>
          <p:cNvSpPr>
            <a:spLocks noGrp="1"/>
          </p:cNvSpPr>
          <p:nvPr>
            <p:ph type="pic" sz="quarter" idx="27" hasCustomPrompt="1"/>
          </p:nvPr>
        </p:nvSpPr>
        <p:spPr>
          <a:xfrm>
            <a:off x="7532147" y="22779833"/>
            <a:ext cx="6535232" cy="5916888"/>
          </a:xfrm>
          <a:prstGeom prst="rect">
            <a:avLst/>
          </a:prstGeom>
          <a:noFill/>
        </p:spPr>
        <p:txBody>
          <a:bodyPr/>
          <a:lstStyle>
            <a:lvl1pPr>
              <a:defRPr/>
            </a:lvl1pPr>
          </a:lstStyle>
          <a:p>
            <a:r>
              <a:rPr lang="it-CH" dirty="0"/>
              <a:t>Immagini</a:t>
            </a:r>
          </a:p>
        </p:txBody>
      </p:sp>
      <p:sp>
        <p:nvSpPr>
          <p:cNvPr id="22" name="Segnaposto immagine 7">
            <a:extLst>
              <a:ext uri="{FF2B5EF4-FFF2-40B4-BE49-F238E27FC236}">
                <a16:creationId xmlns:a16="http://schemas.microsoft.com/office/drawing/2014/main" id="{8FFF00DC-113F-4505-A5C1-C427E1D27FB6}"/>
              </a:ext>
            </a:extLst>
          </p:cNvPr>
          <p:cNvSpPr>
            <a:spLocks noGrp="1"/>
          </p:cNvSpPr>
          <p:nvPr>
            <p:ph type="pic" sz="quarter" idx="28" hasCustomPrompt="1"/>
          </p:nvPr>
        </p:nvSpPr>
        <p:spPr>
          <a:xfrm>
            <a:off x="576768" y="22779833"/>
            <a:ext cx="6535232" cy="5916888"/>
          </a:xfrm>
          <a:prstGeom prst="rect">
            <a:avLst/>
          </a:prstGeom>
          <a:noFill/>
        </p:spPr>
        <p:txBody>
          <a:bodyPr/>
          <a:lstStyle>
            <a:lvl1pPr>
              <a:defRPr/>
            </a:lvl1pPr>
          </a:lstStyle>
          <a:p>
            <a:r>
              <a:rPr lang="it-CH" dirty="0"/>
              <a:t>Immagini</a:t>
            </a:r>
          </a:p>
        </p:txBody>
      </p:sp>
    </p:spTree>
    <p:extLst>
      <p:ext uri="{BB962C8B-B14F-4D97-AF65-F5344CB8AC3E}">
        <p14:creationId xmlns:p14="http://schemas.microsoft.com/office/powerpoint/2010/main" val="42879278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t="-1000" b="-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483743"/>
      </p:ext>
    </p:extLst>
  </p:cSld>
  <p:clrMap bg1="lt1" tx1="dk1" bg2="lt2" tx2="dk2" accent1="accent1" accent2="accent2" accent3="accent3" accent4="accent4" accent5="accent5" accent6="accent6" hlink="hlink" folHlink="folHlink"/>
  <p:sldLayoutIdLst>
    <p:sldLayoutId id="2147483677" r:id="rId1"/>
    <p:sldLayoutId id="2147483679" r:id="rId2"/>
    <p:sldLayoutId id="214748368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24" userDrawn="1">
          <p15:clr>
            <a:srgbClr val="F26B43"/>
          </p15:clr>
        </p15:guide>
        <p15:guide id="2" pos="680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bmp"/><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AA126308-5AB3-47F2-A9D8-0683549CCC6C}"/>
              </a:ext>
            </a:extLst>
          </p:cNvPr>
          <p:cNvSpPr>
            <a:spLocks noGrp="1"/>
          </p:cNvSpPr>
          <p:nvPr>
            <p:ph type="title"/>
          </p:nvPr>
        </p:nvSpPr>
        <p:spPr/>
        <p:txBody>
          <a:bodyPr/>
          <a:lstStyle/>
          <a:p>
            <a:r>
              <a:rPr lang="en-US" dirty="0"/>
              <a:t>System Breach: Five Nights </a:t>
            </a:r>
            <a:endParaRPr lang="it-CH" dirty="0"/>
          </a:p>
        </p:txBody>
      </p:sp>
      <p:sp>
        <p:nvSpPr>
          <p:cNvPr id="26" name="Segnaposto testo 25">
            <a:extLst>
              <a:ext uri="{FF2B5EF4-FFF2-40B4-BE49-F238E27FC236}">
                <a16:creationId xmlns:a16="http://schemas.microsoft.com/office/drawing/2014/main" id="{FB6182D6-AE15-457D-84AF-007028459835}"/>
              </a:ext>
            </a:extLst>
          </p:cNvPr>
          <p:cNvSpPr>
            <a:spLocks noGrp="1"/>
          </p:cNvSpPr>
          <p:nvPr>
            <p:ph type="body" sz="quarter" idx="13"/>
          </p:nvPr>
        </p:nvSpPr>
        <p:spPr>
          <a:xfrm>
            <a:off x="576770" y="3060378"/>
            <a:ext cx="6651344" cy="1760537"/>
          </a:xfrm>
        </p:spPr>
        <p:txBody>
          <a:bodyPr/>
          <a:lstStyle/>
          <a:p>
            <a:r>
              <a:rPr lang="fr-CH" b="1" noProof="1"/>
              <a:t>Studente:</a:t>
            </a:r>
            <a:r>
              <a:rPr lang="fr-CH" noProof="1"/>
              <a:t> </a:t>
            </a:r>
            <a:br>
              <a:rPr lang="fr-CH" noProof="1"/>
            </a:br>
            <a:r>
              <a:rPr lang="fr-CH" noProof="1"/>
              <a:t>Bryan Ciaponi, Riley Bianchi e Nicola Cappelli</a:t>
            </a:r>
          </a:p>
          <a:p>
            <a:r>
              <a:rPr lang="fr-CH" b="1" noProof="1"/>
              <a:t>Formatore:</a:t>
            </a:r>
            <a:r>
              <a:rPr lang="fr-CH" noProof="1"/>
              <a:t> </a:t>
            </a:r>
            <a:br>
              <a:rPr lang="fr-CH" noProof="1"/>
            </a:br>
            <a:r>
              <a:rPr lang="fr-CH" noProof="1"/>
              <a:t>Ingrid Cereda</a:t>
            </a:r>
          </a:p>
        </p:txBody>
      </p:sp>
      <p:sp>
        <p:nvSpPr>
          <p:cNvPr id="27" name="Segnaposto testo 26">
            <a:extLst>
              <a:ext uri="{FF2B5EF4-FFF2-40B4-BE49-F238E27FC236}">
                <a16:creationId xmlns:a16="http://schemas.microsoft.com/office/drawing/2014/main" id="{69F78298-D8A6-4B8C-9FC9-CF51B6073431}"/>
              </a:ext>
            </a:extLst>
          </p:cNvPr>
          <p:cNvSpPr>
            <a:spLocks noGrp="1"/>
          </p:cNvSpPr>
          <p:nvPr>
            <p:ph type="body" sz="quarter" idx="14"/>
          </p:nvPr>
        </p:nvSpPr>
        <p:spPr>
          <a:xfrm>
            <a:off x="576770" y="5359251"/>
            <a:ext cx="20465030" cy="13702467"/>
          </a:xfrm>
        </p:spPr>
        <p:txBody>
          <a:bodyPr>
            <a:normAutofit/>
          </a:bodyPr>
          <a:lstStyle/>
          <a:p>
            <a:pPr algn="l"/>
            <a:r>
              <a:rPr lang="it-CH" sz="3300" b="1" dirty="0"/>
              <a:t>Descrizione:</a:t>
            </a:r>
          </a:p>
          <a:p>
            <a:pPr algn="l"/>
            <a:r>
              <a:rPr lang="it-CH" sz="2800" dirty="0"/>
              <a:t>System </a:t>
            </a:r>
            <a:r>
              <a:rPr lang="it-CH" sz="2800" dirty="0" err="1"/>
              <a:t>Breach</a:t>
            </a:r>
            <a:r>
              <a:rPr lang="it-CH" sz="2800" dirty="0"/>
              <a:t>: </a:t>
            </a:r>
            <a:r>
              <a:rPr lang="it-CH" sz="2800" dirty="0" err="1"/>
              <a:t>Five</a:t>
            </a:r>
            <a:r>
              <a:rPr lang="it-CH" sz="2800" dirty="0"/>
              <a:t> Nights è un videogioco horror di strategia che mette il giocatore nei panni di un operatore addetto alla sicurezza informatica e fisica di un complesso tecnologico isolato. </a:t>
            </a:r>
          </a:p>
          <a:p>
            <a:pPr algn="l"/>
            <a:r>
              <a:rPr lang="it-CH" sz="2800" dirty="0"/>
              <a:t>L'intera esperienza si svolge all'interno di un ufficio di controllo da cui non è possibile muoversi, creando una sensazione di isolamento e vulnerabilità crescente. </a:t>
            </a:r>
          </a:p>
          <a:p>
            <a:pPr algn="l"/>
            <a:r>
              <a:rPr lang="it-CH" sz="2800" dirty="0"/>
              <a:t>La trama vede il protagonista intrappolato per cinque notti consecutive mentre cerca di contenere tre entità ribelli che tentano di penetrare nel suo ufficio per causare un arresto critico del sistema, che nel gioco si manifesta con un improvviso spavento visivo e la sconfitta immediata. </a:t>
            </a:r>
          </a:p>
          <a:p>
            <a:pPr algn="l"/>
            <a:r>
              <a:rPr lang="it-CH" sz="2800" dirty="0"/>
              <a:t>Per sviluppare questo progetto viene utilizzato </a:t>
            </a:r>
            <a:r>
              <a:rPr lang="it-CH" sz="2800" dirty="0" err="1"/>
              <a:t>GameMaker</a:t>
            </a:r>
            <a:r>
              <a:rPr lang="it-CH" sz="2800" dirty="0"/>
              <a:t>, un motore di gioco professionale che permette di gestire con precisione la logica dei menu, il sistema di telecamere e i comportamenti complessi degli antagonisti attraverso un linguaggio di programmazione dedicato. </a:t>
            </a:r>
          </a:p>
          <a:p>
            <a:pPr algn="l"/>
            <a:r>
              <a:rPr lang="it-CH" sz="2800" dirty="0"/>
              <a:t>Il cuore del gioco consiste nel monitorare costantemente una serie di telecamere per individuare le minacce e reagire prontamente con le giuste contromisure prima che sia troppo tardi. </a:t>
            </a:r>
          </a:p>
          <a:p>
            <a:pPr algn="l"/>
            <a:r>
              <a:rPr lang="it-CH" sz="2800" dirty="0"/>
              <a:t>Il primo nemico, VAL-Z, si sposta fisicamente nella struttura e tenta di hackerare i blocchi di sicurezza delle porte, obbligando il giocatore ad attivare dei firewall digitali per respingerlo. </a:t>
            </a:r>
          </a:p>
          <a:p>
            <a:pPr algn="l"/>
            <a:r>
              <a:rPr lang="it-CH" sz="2800" dirty="0"/>
              <a:t>Contemporaneamente, bisogna gestire The </a:t>
            </a:r>
            <a:r>
              <a:rPr lang="it-CH" sz="2800" dirty="0" err="1"/>
              <a:t>Singularity</a:t>
            </a:r>
            <a:r>
              <a:rPr lang="it-CH" sz="2800" dirty="0"/>
              <a:t>, una coscienza artificiale che richiede un costante segnale elettromagnetico per restare prigioniera; se il giocatore si dimentica di ricaricare questo segnale, l'intero edificio subisce un blackout tecnico che blocca quasi ogni difesa. </a:t>
            </a:r>
          </a:p>
          <a:p>
            <a:pPr algn="l"/>
            <a:r>
              <a:rPr lang="it-CH" sz="2800" dirty="0"/>
              <a:t>La sfida più imprevedibile è rappresentata da THE UNKNOWN, un'entità capace di trapassare le pareti che va tenuta a bada con scosse elettriche preventive o ingannata indossando una maschera protettiva quando si avverte la sua presenza ravvicinata tramite disturbi sonori e interferenze metalliche. </a:t>
            </a:r>
          </a:p>
          <a:p>
            <a:pPr algn="l"/>
            <a:r>
              <a:rPr lang="it-CH" sz="2800" dirty="0"/>
              <a:t>Ogni azione consuma tempo e attenzione, rendendo la sopravvivenza un delicato equilibrio tra la gestione delle risorse tecnologiche e la capacità di mantenere la calma sotto pressione. </a:t>
            </a:r>
          </a:p>
          <a:p>
            <a:pPr algn="l"/>
            <a:r>
              <a:rPr lang="it-CH" sz="2800" dirty="0"/>
              <a:t>Tutti i progressi compiuti e le impostazioni personalizzate, come il volume o la luminosità, vengono salvati automaticamente in piccoli file di testo chiamati JSON, che permettono al gioco di ricordare esattamente a quale notte è arrivato il giocatore. In definitiva, System </a:t>
            </a:r>
            <a:r>
              <a:rPr lang="it-CH" sz="2800" dirty="0" err="1"/>
              <a:t>Breach</a:t>
            </a:r>
            <a:r>
              <a:rPr lang="it-CH" sz="2800" dirty="0"/>
              <a:t> trasforma una postazione di lavoro in un campo di battaglia invisibile dove la prontezza di riflessi e la strategia informatica sono le uniche armi per arrivare sani e salvi all'alba.</a:t>
            </a:r>
          </a:p>
        </p:txBody>
      </p:sp>
      <p:sp>
        <p:nvSpPr>
          <p:cNvPr id="32" name="Segnaposto testo 31">
            <a:extLst>
              <a:ext uri="{FF2B5EF4-FFF2-40B4-BE49-F238E27FC236}">
                <a16:creationId xmlns:a16="http://schemas.microsoft.com/office/drawing/2014/main" id="{6B9D3D32-B808-4C52-A24A-BB33F7B5C0CC}"/>
              </a:ext>
            </a:extLst>
          </p:cNvPr>
          <p:cNvSpPr>
            <a:spLocks noGrp="1"/>
          </p:cNvSpPr>
          <p:nvPr>
            <p:ph type="body" sz="quarter" idx="21"/>
          </p:nvPr>
        </p:nvSpPr>
        <p:spPr/>
        <p:txBody>
          <a:bodyPr/>
          <a:lstStyle/>
          <a:p>
            <a:r>
              <a:rPr lang="fr-CH" b="1" noProof="1"/>
              <a:t>Progetto:</a:t>
            </a:r>
            <a:r>
              <a:rPr lang="fr-CH" noProof="1"/>
              <a:t> 3° anno, 2° semestre</a:t>
            </a:r>
          </a:p>
          <a:p>
            <a:r>
              <a:rPr lang="fr-CH" b="1" noProof="1"/>
              <a:t>Anno:</a:t>
            </a:r>
            <a:r>
              <a:rPr lang="fr-CH" noProof="1"/>
              <a:t> 2025/2026</a:t>
            </a:r>
          </a:p>
          <a:p>
            <a:r>
              <a:rPr lang="fr-CH" b="1" noProof="1"/>
              <a:t>Ambito:</a:t>
            </a:r>
            <a:r>
              <a:rPr lang="fr-CH" noProof="1"/>
              <a:t> Sviluppo</a:t>
            </a:r>
          </a:p>
        </p:txBody>
      </p:sp>
      <p:sp>
        <p:nvSpPr>
          <p:cNvPr id="33" name="Segnaposto testo 32">
            <a:extLst>
              <a:ext uri="{FF2B5EF4-FFF2-40B4-BE49-F238E27FC236}">
                <a16:creationId xmlns:a16="http://schemas.microsoft.com/office/drawing/2014/main" id="{BDC286C4-5DCF-43E8-B633-13434B855C61}"/>
              </a:ext>
            </a:extLst>
          </p:cNvPr>
          <p:cNvSpPr>
            <a:spLocks noGrp="1"/>
          </p:cNvSpPr>
          <p:nvPr>
            <p:ph type="body" sz="quarter" idx="22"/>
          </p:nvPr>
        </p:nvSpPr>
        <p:spPr/>
        <p:txBody>
          <a:bodyPr/>
          <a:lstStyle/>
          <a:p>
            <a:pPr algn="l"/>
            <a:r>
              <a:rPr lang="it-CH" b="1" dirty="0"/>
              <a:t>Scopo</a:t>
            </a:r>
            <a:r>
              <a:rPr lang="it-CH" dirty="0"/>
              <a:t>:</a:t>
            </a:r>
          </a:p>
          <a:p>
            <a:pPr algn="l"/>
            <a:r>
              <a:rPr lang="it-CH" dirty="0"/>
              <a:t>L'obiettivo del progetto è sviluppare un survival horror strategico in </a:t>
            </a:r>
            <a:r>
              <a:rPr lang="it-CH" dirty="0" err="1"/>
              <a:t>GameMaker</a:t>
            </a:r>
            <a:r>
              <a:rPr lang="it-CH" dirty="0"/>
              <a:t> che metta alla prova i riflessi e la gestione delle risorse del giocatore attraverso la difesa di una postazione fissa. Lo scopo è sopravvivere a cinque notti consecutive neutralizzando tre diverse minacce (fisiche, digitali ed energetiche) tramite l'uso coordinato di telecamere, firewall e sistemi di contenimento.</a:t>
            </a:r>
          </a:p>
        </p:txBody>
      </p:sp>
      <p:pic>
        <p:nvPicPr>
          <p:cNvPr id="5" name="Immagine 4" descr="Immagine che contiene schermata, testo, arte&#10;&#10;Il contenuto generato dall'IA potrebbe non essere corretto.">
            <a:extLst>
              <a:ext uri="{FF2B5EF4-FFF2-40B4-BE49-F238E27FC236}">
                <a16:creationId xmlns:a16="http://schemas.microsoft.com/office/drawing/2014/main" id="{C06F8A3A-FF00-9F42-AC6E-26FC460FAF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079" y="18307557"/>
            <a:ext cx="14806015" cy="9253759"/>
          </a:xfrm>
          <a:prstGeom prst="rect">
            <a:avLst/>
          </a:prstGeom>
        </p:spPr>
      </p:pic>
      <p:pic>
        <p:nvPicPr>
          <p:cNvPr id="11" name="Immagine 10" descr="Immagine che contiene Personaggio immaginario, Carne&#10;&#10;Il contenuto generato dall'IA potrebbe non essere corretto.">
            <a:extLst>
              <a:ext uri="{FF2B5EF4-FFF2-40B4-BE49-F238E27FC236}">
                <a16:creationId xmlns:a16="http://schemas.microsoft.com/office/drawing/2014/main" id="{033F15F9-3535-2011-A024-BEB2C593CE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1796" y="19137459"/>
            <a:ext cx="10303394" cy="7745433"/>
          </a:xfrm>
          <a:prstGeom prst="rect">
            <a:avLst/>
          </a:prstGeom>
        </p:spPr>
      </p:pic>
    </p:spTree>
    <p:extLst>
      <p:ext uri="{BB962C8B-B14F-4D97-AF65-F5344CB8AC3E}">
        <p14:creationId xmlns:p14="http://schemas.microsoft.com/office/powerpoint/2010/main" val="1002651951"/>
      </p:ext>
    </p:extLst>
  </p:cSld>
  <p:clrMapOvr>
    <a:masterClrMapping/>
  </p:clrMapOvr>
</p:sld>
</file>

<file path=ppt/theme/theme1.xml><?xml version="1.0" encoding="utf-8"?>
<a:theme xmlns:a="http://schemas.openxmlformats.org/drawingml/2006/main" name="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FC1BD9EB76A8C64F99586837B7A232EC" ma:contentTypeVersion="11" ma:contentTypeDescription="Creare un nuovo documento." ma:contentTypeScope="" ma:versionID="3455683b5d738d282d4481f4519e44c4">
  <xsd:schema xmlns:xsd="http://www.w3.org/2001/XMLSchema" xmlns:xs="http://www.w3.org/2001/XMLSchema" xmlns:p="http://schemas.microsoft.com/office/2006/metadata/properties" xmlns:ns2="9b05f055-097a-4a74-97c1-cf3aef03aade" targetNamespace="http://schemas.microsoft.com/office/2006/metadata/properties" ma:root="true" ma:fieldsID="95c62c698117b5a59f035f990afa6d4d" ns2:_="">
    <xsd:import namespace="9b05f055-097a-4a74-97c1-cf3aef03aad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Stampato"/>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05f055-097a-4a74-97c1-cf3aef03aa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Stampato" ma:index="12" ma:displayName="Stampato" ma:default="0" ma:description="Il documento è stato stampato?" ma:format="Dropdown" ma:internalName="Stampato">
      <xsd:simpleType>
        <xsd:restriction base="dms:Boolea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mpato xmlns="9b05f055-097a-4a74-97c1-cf3aef03aade">false</Stampato>
  </documentManagement>
</p:properties>
</file>

<file path=customXml/itemProps1.xml><?xml version="1.0" encoding="utf-8"?>
<ds:datastoreItem xmlns:ds="http://schemas.openxmlformats.org/officeDocument/2006/customXml" ds:itemID="{EB61E91E-C9E1-4DBF-9110-F13E3CB391C9}">
  <ds:schemaRefs>
    <ds:schemaRef ds:uri="http://schemas.microsoft.com/sharepoint/v3/contenttype/forms"/>
  </ds:schemaRefs>
</ds:datastoreItem>
</file>

<file path=customXml/itemProps2.xml><?xml version="1.0" encoding="utf-8"?>
<ds:datastoreItem xmlns:ds="http://schemas.openxmlformats.org/officeDocument/2006/customXml" ds:itemID="{D6D003CB-99C1-4E31-88F9-EC55C72736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05f055-097a-4a74-97c1-cf3aef03aad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554AF4-BED8-4A47-B71D-99349371DDC5}">
  <ds:schemaRef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www.w3.org/XML/1998/namespace"/>
    <ds:schemaRef ds:uri="http://purl.org/dc/elements/1.1/"/>
    <ds:schemaRef ds:uri="http://purl.org/dc/terms/"/>
    <ds:schemaRef ds:uri="9b05f055-097a-4a74-97c1-cf3aef03aade"/>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1556</TotalTime>
  <Words>505</Words>
  <Application>Microsoft Office PowerPoint</Application>
  <PresentationFormat>Personalizzato</PresentationFormat>
  <Paragraphs>19</Paragraphs>
  <Slides>1</Slides>
  <Notes>0</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1</vt:i4>
      </vt:variant>
    </vt:vector>
  </HeadingPairs>
  <TitlesOfParts>
    <vt:vector size="3" baseType="lpstr">
      <vt:lpstr>Arial</vt:lpstr>
      <vt:lpstr>Personalizza struttura</vt:lpstr>
      <vt:lpstr>System Breach: Five Nights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Alessandro Castelli</dc:creator>
  <cp:lastModifiedBy>ckw924@cpt.local</cp:lastModifiedBy>
  <cp:revision>69</cp:revision>
  <cp:lastPrinted>2026-03-20T08:14:29Z</cp:lastPrinted>
  <dcterms:created xsi:type="dcterms:W3CDTF">2024-04-09T12:49:51Z</dcterms:created>
  <dcterms:modified xsi:type="dcterms:W3CDTF">2026-03-20T08:14:35Z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0x010100FC1BD9EB76A8C64F99586837B7A232EC</vt:lpwstr>
  </property>
</Properties>
</file>