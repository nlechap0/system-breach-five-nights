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4"/>
  </p:sldMasterIdLst>
  <p:sldIdLst>
    <p:sldId id="257" r:id="rId5"/>
  </p:sldIdLst>
  <p:sldSz cx="21599525" cy="30240288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ssandro Castelli" initials="AC" lastIdx="1" clrIdx="0">
    <p:extLst>
      <p:ext uri="{19B8F6BF-5375-455C-9EA6-DF929625EA0E}">
        <p15:presenceInfo xmlns:p15="http://schemas.microsoft.com/office/powerpoint/2012/main" userId="S-1-5-21-1763312367-2817228542-1193128394-4144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821" autoAdjust="0"/>
  </p:normalViewPr>
  <p:slideViewPr>
    <p:cSldViewPr snapToGrid="0">
      <p:cViewPr>
        <p:scale>
          <a:sx n="33" d="100"/>
          <a:sy n="33" d="100"/>
        </p:scale>
        <p:origin x="2580" y="-3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commentAuthors" Target="commentAuthors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a 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1">
            <a:extLst>
              <a:ext uri="{FF2B5EF4-FFF2-40B4-BE49-F238E27FC236}">
                <a16:creationId xmlns:a16="http://schemas.microsoft.com/office/drawing/2014/main" id="{FE40E912-3055-4E45-8B4A-168F6ADB2E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770" y="1109486"/>
            <a:ext cx="13490606" cy="1760537"/>
          </a:xfrm>
          <a:prstGeom prst="rect">
            <a:avLst/>
          </a:prstGeom>
        </p:spPr>
        <p:txBody>
          <a:bodyPr/>
          <a:lstStyle>
            <a:lvl1pPr algn="l">
              <a:defRPr sz="6600"/>
            </a:lvl1pPr>
          </a:lstStyle>
          <a:p>
            <a:r>
              <a:rPr lang="it-IT" dirty="0"/>
              <a:t>Titolo</a:t>
            </a:r>
            <a:endParaRPr lang="it-CH" dirty="0"/>
          </a:p>
        </p:txBody>
      </p:sp>
      <p:sp>
        <p:nvSpPr>
          <p:cNvPr id="4" name="Segnaposto testo 6">
            <a:extLst>
              <a:ext uri="{FF2B5EF4-FFF2-40B4-BE49-F238E27FC236}">
                <a16:creationId xmlns:a16="http://schemas.microsoft.com/office/drawing/2014/main" id="{02E7249F-6F87-44E4-A550-44EC4C982B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6770" y="3060378"/>
            <a:ext cx="6535230" cy="17605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1079998" indent="0" algn="l">
              <a:buNone/>
              <a:defRPr sz="2800"/>
            </a:lvl2pPr>
            <a:lvl5pPr marL="4319991" indent="0">
              <a:buNone/>
              <a:defRPr/>
            </a:lvl5pPr>
          </a:lstStyle>
          <a:p>
            <a:pPr lvl="0"/>
            <a:r>
              <a:rPr lang="it-CH" dirty="0"/>
              <a:t>Studente / Relatore / Correlatore</a:t>
            </a:r>
          </a:p>
          <a:p>
            <a:pPr lvl="1"/>
            <a:endParaRPr lang="it-IT" dirty="0"/>
          </a:p>
        </p:txBody>
      </p:sp>
      <p:sp>
        <p:nvSpPr>
          <p:cNvPr id="5" name="Segnaposto testo 8">
            <a:extLst>
              <a:ext uri="{FF2B5EF4-FFF2-40B4-BE49-F238E27FC236}">
                <a16:creationId xmlns:a16="http://schemas.microsoft.com/office/drawing/2014/main" id="{8C37578A-5FF4-4050-A2AD-2594421E9C5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6770" y="5359252"/>
            <a:ext cx="6535230" cy="903540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2600" b="0" i="0" baseline="0"/>
            </a:lvl1pPr>
          </a:lstStyle>
          <a:p>
            <a:pPr lvl="0"/>
            <a:r>
              <a:rPr lang="it-IT" dirty="0"/>
              <a:t>Abstract</a:t>
            </a:r>
          </a:p>
          <a:p>
            <a:pPr lvl="0"/>
            <a:endParaRPr lang="it-IT" dirty="0"/>
          </a:p>
          <a:p>
            <a:pPr lvl="0"/>
            <a:endParaRPr lang="it-CH" dirty="0"/>
          </a:p>
        </p:txBody>
      </p:sp>
      <p:sp>
        <p:nvSpPr>
          <p:cNvPr id="6" name="Segnaposto testo 8">
            <a:extLst>
              <a:ext uri="{FF2B5EF4-FFF2-40B4-BE49-F238E27FC236}">
                <a16:creationId xmlns:a16="http://schemas.microsoft.com/office/drawing/2014/main" id="{CE308CF4-3EC9-4BDE-A599-CBFC320148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32148" y="5359261"/>
            <a:ext cx="6535230" cy="90353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2600" b="0" i="0" baseline="0"/>
            </a:lvl1pPr>
          </a:lstStyle>
          <a:p>
            <a:pPr lvl="0"/>
            <a:r>
              <a:rPr lang="it-IT" dirty="0"/>
              <a:t>Attuazione</a:t>
            </a:r>
          </a:p>
          <a:p>
            <a:pPr lvl="0"/>
            <a:endParaRPr lang="it-CH" dirty="0"/>
          </a:p>
        </p:txBody>
      </p:sp>
      <p:sp>
        <p:nvSpPr>
          <p:cNvPr id="7" name="Segnaposto immagine 7">
            <a:extLst>
              <a:ext uri="{FF2B5EF4-FFF2-40B4-BE49-F238E27FC236}">
                <a16:creationId xmlns:a16="http://schemas.microsoft.com/office/drawing/2014/main" id="{843A6E3D-34E7-46E5-ABB4-813F6C55DAA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6770" y="14932996"/>
            <a:ext cx="20465033" cy="13481131"/>
          </a:xfrm>
          <a:prstGeom prst="rect">
            <a:avLst/>
          </a:prstGeom>
          <a:noFill/>
        </p:spPr>
        <p:txBody>
          <a:bodyPr/>
          <a:lstStyle>
            <a:lvl1pPr>
              <a:defRPr/>
            </a:lvl1pPr>
          </a:lstStyle>
          <a:p>
            <a:r>
              <a:rPr lang="it-CH" dirty="0"/>
              <a:t>Immagini</a:t>
            </a:r>
          </a:p>
        </p:txBody>
      </p:sp>
      <p:sp>
        <p:nvSpPr>
          <p:cNvPr id="8" name="Segnaposto testo 8">
            <a:extLst>
              <a:ext uri="{FF2B5EF4-FFF2-40B4-BE49-F238E27FC236}">
                <a16:creationId xmlns:a16="http://schemas.microsoft.com/office/drawing/2014/main" id="{2083AC13-69E0-4996-A9FA-C2F6DFD100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487525" y="5359264"/>
            <a:ext cx="6554278" cy="903538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2600" b="0" i="0" baseline="0"/>
            </a:lvl1pPr>
          </a:lstStyle>
          <a:p>
            <a:pPr lvl="0"/>
            <a:r>
              <a:rPr lang="it-IT" dirty="0"/>
              <a:t>Conclusioni</a:t>
            </a:r>
          </a:p>
          <a:p>
            <a:pPr lvl="0"/>
            <a:endParaRPr lang="it-CH" dirty="0"/>
          </a:p>
        </p:txBody>
      </p:sp>
      <p:sp>
        <p:nvSpPr>
          <p:cNvPr id="10" name="Segnaposto testo 6">
            <a:extLst>
              <a:ext uri="{FF2B5EF4-FFF2-40B4-BE49-F238E27FC236}">
                <a16:creationId xmlns:a16="http://schemas.microsoft.com/office/drawing/2014/main" id="{B5931484-0183-4539-ADDB-424FA7E581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532147" y="3060378"/>
            <a:ext cx="6535229" cy="17605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1079998" indent="0" algn="l">
              <a:buNone/>
              <a:defRPr sz="2800"/>
            </a:lvl2pPr>
            <a:lvl5pPr marL="4319991" indent="0">
              <a:buNone/>
              <a:defRPr/>
            </a:lvl5pPr>
          </a:lstStyle>
          <a:p>
            <a:pPr lvl="0"/>
            <a:r>
              <a:rPr lang="it-CH" dirty="0"/>
              <a:t>Progetto / Anno / Ambito</a:t>
            </a:r>
          </a:p>
          <a:p>
            <a:pPr lvl="1"/>
            <a:endParaRPr lang="it-IT" dirty="0"/>
          </a:p>
        </p:txBody>
      </p:sp>
      <p:sp>
        <p:nvSpPr>
          <p:cNvPr id="13" name="Segnaposto testo 12">
            <a:extLst>
              <a:ext uri="{FF2B5EF4-FFF2-40B4-BE49-F238E27FC236}">
                <a16:creationId xmlns:a16="http://schemas.microsoft.com/office/drawing/2014/main" id="{4B2E0C59-60DC-41B5-A2C5-A89F6CD6C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4487522" y="1109663"/>
            <a:ext cx="6554278" cy="3711251"/>
          </a:xfrm>
          <a:prstGeom prst="rect">
            <a:avLst/>
          </a:prstGeom>
        </p:spPr>
        <p:txBody>
          <a:bodyPr/>
          <a:lstStyle>
            <a:lvl1pPr marL="0" indent="0" algn="just">
              <a:buNone/>
              <a:defRPr lang="it-IT" sz="2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it-IT" dirty="0"/>
              <a:t>Scopo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2483DA28-313D-492C-845B-866DC3032B24}"/>
              </a:ext>
            </a:extLst>
          </p:cNvPr>
          <p:cNvCxnSpPr>
            <a:cxnSpLocks/>
          </p:cNvCxnSpPr>
          <p:nvPr userDrawn="1"/>
        </p:nvCxnSpPr>
        <p:spPr>
          <a:xfrm>
            <a:off x="576770" y="832880"/>
            <a:ext cx="2046503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CE5EB45C-D213-4F52-9575-96624D694E5B}"/>
              </a:ext>
            </a:extLst>
          </p:cNvPr>
          <p:cNvCxnSpPr>
            <a:cxnSpLocks/>
          </p:cNvCxnSpPr>
          <p:nvPr userDrawn="1"/>
        </p:nvCxnSpPr>
        <p:spPr>
          <a:xfrm>
            <a:off x="576770" y="5119130"/>
            <a:ext cx="20445984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6A6F76CC-D09D-41AB-ABE5-FF166A751D34}"/>
              </a:ext>
            </a:extLst>
          </p:cNvPr>
          <p:cNvCxnSpPr>
            <a:cxnSpLocks/>
          </p:cNvCxnSpPr>
          <p:nvPr userDrawn="1"/>
        </p:nvCxnSpPr>
        <p:spPr>
          <a:xfrm>
            <a:off x="595820" y="28969730"/>
            <a:ext cx="20445984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6006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a in evidenz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1">
            <a:extLst>
              <a:ext uri="{FF2B5EF4-FFF2-40B4-BE49-F238E27FC236}">
                <a16:creationId xmlns:a16="http://schemas.microsoft.com/office/drawing/2014/main" id="{FE40E912-3055-4E45-8B4A-168F6ADB2E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770" y="1109486"/>
            <a:ext cx="13490606" cy="1760537"/>
          </a:xfrm>
          <a:prstGeom prst="rect">
            <a:avLst/>
          </a:prstGeom>
        </p:spPr>
        <p:txBody>
          <a:bodyPr/>
          <a:lstStyle>
            <a:lvl1pPr algn="l">
              <a:defRPr sz="6600"/>
            </a:lvl1pPr>
          </a:lstStyle>
          <a:p>
            <a:r>
              <a:rPr lang="it-IT" dirty="0"/>
              <a:t>Titolo</a:t>
            </a:r>
            <a:endParaRPr lang="it-CH" dirty="0"/>
          </a:p>
        </p:txBody>
      </p:sp>
      <p:sp>
        <p:nvSpPr>
          <p:cNvPr id="4" name="Segnaposto testo 6">
            <a:extLst>
              <a:ext uri="{FF2B5EF4-FFF2-40B4-BE49-F238E27FC236}">
                <a16:creationId xmlns:a16="http://schemas.microsoft.com/office/drawing/2014/main" id="{02E7249F-6F87-44E4-A550-44EC4C982B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6770" y="3060378"/>
            <a:ext cx="6535230" cy="17605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1079998" indent="0" algn="l">
              <a:buNone/>
              <a:defRPr sz="2800"/>
            </a:lvl2pPr>
            <a:lvl5pPr marL="4319991" indent="0">
              <a:buNone/>
              <a:defRPr/>
            </a:lvl5pPr>
          </a:lstStyle>
          <a:p>
            <a:pPr lvl="0"/>
            <a:r>
              <a:rPr lang="it-CH" dirty="0"/>
              <a:t>Studente:</a:t>
            </a:r>
          </a:p>
          <a:p>
            <a:pPr lvl="0"/>
            <a:r>
              <a:rPr lang="it-CH" dirty="0"/>
              <a:t>Relatore:</a:t>
            </a:r>
          </a:p>
          <a:p>
            <a:pPr lvl="0"/>
            <a:r>
              <a:rPr lang="it-CH" dirty="0"/>
              <a:t>Correlatore:</a:t>
            </a:r>
          </a:p>
          <a:p>
            <a:pPr lvl="1"/>
            <a:endParaRPr lang="it-IT" dirty="0"/>
          </a:p>
        </p:txBody>
      </p:sp>
      <p:sp>
        <p:nvSpPr>
          <p:cNvPr id="5" name="Segnaposto testo 8">
            <a:extLst>
              <a:ext uri="{FF2B5EF4-FFF2-40B4-BE49-F238E27FC236}">
                <a16:creationId xmlns:a16="http://schemas.microsoft.com/office/drawing/2014/main" id="{8C37578A-5FF4-4050-A2AD-2594421E9C5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6768" y="19298657"/>
            <a:ext cx="6535230" cy="937286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2600" b="0" i="0" baseline="0"/>
            </a:lvl1pPr>
          </a:lstStyle>
          <a:p>
            <a:pPr lvl="0"/>
            <a:r>
              <a:rPr lang="it-IT" dirty="0"/>
              <a:t>Abstract</a:t>
            </a:r>
          </a:p>
          <a:p>
            <a:pPr lvl="0"/>
            <a:endParaRPr lang="it-IT" dirty="0"/>
          </a:p>
          <a:p>
            <a:pPr lvl="0"/>
            <a:endParaRPr lang="it-CH" dirty="0"/>
          </a:p>
        </p:txBody>
      </p:sp>
      <p:sp>
        <p:nvSpPr>
          <p:cNvPr id="6" name="Segnaposto testo 8">
            <a:extLst>
              <a:ext uri="{FF2B5EF4-FFF2-40B4-BE49-F238E27FC236}">
                <a16:creationId xmlns:a16="http://schemas.microsoft.com/office/drawing/2014/main" id="{CE308CF4-3EC9-4BDE-A599-CBFC320148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32146" y="19298665"/>
            <a:ext cx="6535230" cy="937284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2600" b="0" i="0" baseline="0"/>
            </a:lvl1pPr>
          </a:lstStyle>
          <a:p>
            <a:pPr lvl="0"/>
            <a:r>
              <a:rPr lang="it-IT" dirty="0"/>
              <a:t>Attuazione</a:t>
            </a:r>
          </a:p>
          <a:p>
            <a:pPr lvl="0"/>
            <a:endParaRPr lang="it-CH" dirty="0"/>
          </a:p>
        </p:txBody>
      </p:sp>
      <p:sp>
        <p:nvSpPr>
          <p:cNvPr id="7" name="Segnaposto immagine 7">
            <a:extLst>
              <a:ext uri="{FF2B5EF4-FFF2-40B4-BE49-F238E27FC236}">
                <a16:creationId xmlns:a16="http://schemas.microsoft.com/office/drawing/2014/main" id="{843A6E3D-34E7-46E5-ABB4-813F6C55DAA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6772" y="5417346"/>
            <a:ext cx="20445982" cy="13481131"/>
          </a:xfrm>
          <a:prstGeom prst="rect">
            <a:avLst/>
          </a:prstGeom>
          <a:noFill/>
        </p:spPr>
        <p:txBody>
          <a:bodyPr/>
          <a:lstStyle>
            <a:lvl1pPr>
              <a:defRPr/>
            </a:lvl1pPr>
          </a:lstStyle>
          <a:p>
            <a:r>
              <a:rPr lang="it-CH" dirty="0"/>
              <a:t>Immagini</a:t>
            </a:r>
          </a:p>
        </p:txBody>
      </p:sp>
      <p:sp>
        <p:nvSpPr>
          <p:cNvPr id="8" name="Segnaposto testo 8">
            <a:extLst>
              <a:ext uri="{FF2B5EF4-FFF2-40B4-BE49-F238E27FC236}">
                <a16:creationId xmlns:a16="http://schemas.microsoft.com/office/drawing/2014/main" id="{2083AC13-69E0-4996-A9FA-C2F6DFD100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487523" y="19298668"/>
            <a:ext cx="6535230" cy="937283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2600" b="0" i="0" baseline="0"/>
            </a:lvl1pPr>
          </a:lstStyle>
          <a:p>
            <a:pPr lvl="0"/>
            <a:r>
              <a:rPr lang="it-IT" dirty="0"/>
              <a:t>Conclusioni</a:t>
            </a:r>
          </a:p>
          <a:p>
            <a:pPr lvl="0"/>
            <a:endParaRPr lang="it-CH" dirty="0"/>
          </a:p>
        </p:txBody>
      </p:sp>
      <p:sp>
        <p:nvSpPr>
          <p:cNvPr id="10" name="Segnaposto testo 6">
            <a:extLst>
              <a:ext uri="{FF2B5EF4-FFF2-40B4-BE49-F238E27FC236}">
                <a16:creationId xmlns:a16="http://schemas.microsoft.com/office/drawing/2014/main" id="{B5931484-0183-4539-ADDB-424FA7E581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532147" y="3060378"/>
            <a:ext cx="6535229" cy="17605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1079998" indent="0" algn="l">
              <a:buNone/>
              <a:defRPr sz="2800"/>
            </a:lvl2pPr>
            <a:lvl5pPr marL="4319991" indent="0">
              <a:buNone/>
              <a:defRPr/>
            </a:lvl5pPr>
          </a:lstStyle>
          <a:p>
            <a:pPr lvl="0"/>
            <a:r>
              <a:rPr lang="it-CH" dirty="0"/>
              <a:t>Progetto:</a:t>
            </a:r>
          </a:p>
          <a:p>
            <a:pPr lvl="0"/>
            <a:r>
              <a:rPr lang="it-CH" dirty="0"/>
              <a:t>Anno:</a:t>
            </a:r>
          </a:p>
          <a:p>
            <a:pPr lvl="0"/>
            <a:r>
              <a:rPr lang="it-CH" dirty="0"/>
              <a:t>Ambito: (sistemi, sviluppo)</a:t>
            </a:r>
          </a:p>
          <a:p>
            <a:pPr lvl="1"/>
            <a:endParaRPr lang="it-IT" dirty="0"/>
          </a:p>
        </p:txBody>
      </p:sp>
      <p:sp>
        <p:nvSpPr>
          <p:cNvPr id="13" name="Segnaposto testo 12">
            <a:extLst>
              <a:ext uri="{FF2B5EF4-FFF2-40B4-BE49-F238E27FC236}">
                <a16:creationId xmlns:a16="http://schemas.microsoft.com/office/drawing/2014/main" id="{4B2E0C59-60DC-41B5-A2C5-A89F6CD6C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4487522" y="1109663"/>
            <a:ext cx="6535231" cy="3711251"/>
          </a:xfrm>
          <a:prstGeom prst="rect">
            <a:avLst/>
          </a:prstGeom>
        </p:spPr>
        <p:txBody>
          <a:bodyPr/>
          <a:lstStyle>
            <a:lvl1pPr marL="0" indent="0" algn="just">
              <a:buNone/>
              <a:defRPr lang="it-IT" sz="2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it-IT" dirty="0"/>
              <a:t>Scopo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2483DA28-313D-492C-845B-866DC3032B24}"/>
              </a:ext>
            </a:extLst>
          </p:cNvPr>
          <p:cNvCxnSpPr>
            <a:cxnSpLocks/>
          </p:cNvCxnSpPr>
          <p:nvPr userDrawn="1"/>
        </p:nvCxnSpPr>
        <p:spPr>
          <a:xfrm>
            <a:off x="576770" y="832880"/>
            <a:ext cx="20445984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CE5EB45C-D213-4F52-9575-96624D694E5B}"/>
              </a:ext>
            </a:extLst>
          </p:cNvPr>
          <p:cNvCxnSpPr>
            <a:cxnSpLocks/>
          </p:cNvCxnSpPr>
          <p:nvPr userDrawn="1"/>
        </p:nvCxnSpPr>
        <p:spPr>
          <a:xfrm>
            <a:off x="576770" y="5119130"/>
            <a:ext cx="20445984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6A6F76CC-D09D-41AB-ABE5-FF166A751D34}"/>
              </a:ext>
            </a:extLst>
          </p:cNvPr>
          <p:cNvCxnSpPr>
            <a:cxnSpLocks/>
          </p:cNvCxnSpPr>
          <p:nvPr userDrawn="1"/>
        </p:nvCxnSpPr>
        <p:spPr>
          <a:xfrm>
            <a:off x="576770" y="28969730"/>
            <a:ext cx="20445984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4496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namico a piastr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1">
            <a:extLst>
              <a:ext uri="{FF2B5EF4-FFF2-40B4-BE49-F238E27FC236}">
                <a16:creationId xmlns:a16="http://schemas.microsoft.com/office/drawing/2014/main" id="{FE40E912-3055-4E45-8B4A-168F6ADB2E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770" y="970422"/>
            <a:ext cx="13490606" cy="1899601"/>
          </a:xfrm>
          <a:prstGeom prst="rect">
            <a:avLst/>
          </a:prstGeom>
        </p:spPr>
        <p:txBody>
          <a:bodyPr/>
          <a:lstStyle>
            <a:lvl1pPr algn="l">
              <a:defRPr sz="6600"/>
            </a:lvl1pPr>
          </a:lstStyle>
          <a:p>
            <a:r>
              <a:rPr lang="it-IT" dirty="0"/>
              <a:t>Titolo</a:t>
            </a:r>
            <a:endParaRPr lang="it-CH" dirty="0"/>
          </a:p>
        </p:txBody>
      </p:sp>
      <p:sp>
        <p:nvSpPr>
          <p:cNvPr id="4" name="Segnaposto testo 6">
            <a:extLst>
              <a:ext uri="{FF2B5EF4-FFF2-40B4-BE49-F238E27FC236}">
                <a16:creationId xmlns:a16="http://schemas.microsoft.com/office/drawing/2014/main" id="{02E7249F-6F87-44E4-A550-44EC4C982B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6768" y="3294474"/>
            <a:ext cx="6535230" cy="14971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1079998" indent="0" algn="l">
              <a:buNone/>
              <a:defRPr sz="2800"/>
            </a:lvl2pPr>
            <a:lvl5pPr marL="4319991" indent="0">
              <a:buNone/>
              <a:defRPr/>
            </a:lvl5pPr>
          </a:lstStyle>
          <a:p>
            <a:pPr lvl="0"/>
            <a:r>
              <a:rPr lang="it-CH" dirty="0"/>
              <a:t>Studente:</a:t>
            </a:r>
          </a:p>
          <a:p>
            <a:pPr lvl="0"/>
            <a:r>
              <a:rPr lang="it-CH" dirty="0"/>
              <a:t>Relatore:</a:t>
            </a:r>
          </a:p>
          <a:p>
            <a:pPr lvl="0"/>
            <a:r>
              <a:rPr lang="it-CH" dirty="0"/>
              <a:t>Correlatore:</a:t>
            </a:r>
          </a:p>
          <a:p>
            <a:pPr lvl="1"/>
            <a:endParaRPr lang="it-IT" dirty="0"/>
          </a:p>
        </p:txBody>
      </p:sp>
      <p:sp>
        <p:nvSpPr>
          <p:cNvPr id="5" name="Segnaposto testo 8">
            <a:extLst>
              <a:ext uri="{FF2B5EF4-FFF2-40B4-BE49-F238E27FC236}">
                <a16:creationId xmlns:a16="http://schemas.microsoft.com/office/drawing/2014/main" id="{8C37578A-5FF4-4050-A2AD-2594421E9C5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6770" y="5445869"/>
            <a:ext cx="6535230" cy="10820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2600" b="0" i="0" baseline="0"/>
            </a:lvl1pPr>
          </a:lstStyle>
          <a:p>
            <a:pPr lvl="0"/>
            <a:r>
              <a:rPr lang="it-IT" dirty="0"/>
              <a:t>Abstract</a:t>
            </a:r>
          </a:p>
          <a:p>
            <a:pPr lvl="0"/>
            <a:endParaRPr lang="it-IT" dirty="0"/>
          </a:p>
          <a:p>
            <a:pPr lvl="0"/>
            <a:endParaRPr lang="it-CH" dirty="0"/>
          </a:p>
        </p:txBody>
      </p:sp>
      <p:sp>
        <p:nvSpPr>
          <p:cNvPr id="6" name="Segnaposto testo 8">
            <a:extLst>
              <a:ext uri="{FF2B5EF4-FFF2-40B4-BE49-F238E27FC236}">
                <a16:creationId xmlns:a16="http://schemas.microsoft.com/office/drawing/2014/main" id="{CE308CF4-3EC9-4BDE-A599-CBFC320148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32147" y="11692307"/>
            <a:ext cx="6535230" cy="1074677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2600" b="0" i="0" baseline="0"/>
            </a:lvl1pPr>
          </a:lstStyle>
          <a:p>
            <a:pPr lvl="0"/>
            <a:r>
              <a:rPr lang="it-IT" dirty="0"/>
              <a:t>Attuazione</a:t>
            </a:r>
          </a:p>
          <a:p>
            <a:pPr lvl="0"/>
            <a:endParaRPr lang="it-CH" dirty="0"/>
          </a:p>
        </p:txBody>
      </p:sp>
      <p:sp>
        <p:nvSpPr>
          <p:cNvPr id="8" name="Segnaposto testo 8">
            <a:extLst>
              <a:ext uri="{FF2B5EF4-FFF2-40B4-BE49-F238E27FC236}">
                <a16:creationId xmlns:a16="http://schemas.microsoft.com/office/drawing/2014/main" id="{2083AC13-69E0-4996-A9FA-C2F6DFD100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487523" y="17949946"/>
            <a:ext cx="6535230" cy="107467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2600" b="0" i="0" baseline="0"/>
            </a:lvl1pPr>
          </a:lstStyle>
          <a:p>
            <a:pPr lvl="0"/>
            <a:r>
              <a:rPr lang="it-IT" dirty="0"/>
              <a:t>Conclusioni</a:t>
            </a:r>
          </a:p>
          <a:p>
            <a:pPr lvl="0"/>
            <a:endParaRPr lang="it-CH" dirty="0"/>
          </a:p>
        </p:txBody>
      </p:sp>
      <p:sp>
        <p:nvSpPr>
          <p:cNvPr id="10" name="Segnaposto testo 6">
            <a:extLst>
              <a:ext uri="{FF2B5EF4-FFF2-40B4-BE49-F238E27FC236}">
                <a16:creationId xmlns:a16="http://schemas.microsoft.com/office/drawing/2014/main" id="{B5931484-0183-4539-ADDB-424FA7E581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532147" y="3294474"/>
            <a:ext cx="6535229" cy="15091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1079998" indent="0" algn="l">
              <a:buNone/>
              <a:defRPr sz="2800"/>
            </a:lvl2pPr>
            <a:lvl5pPr marL="4319991" indent="0">
              <a:buNone/>
              <a:defRPr/>
            </a:lvl5pPr>
          </a:lstStyle>
          <a:p>
            <a:pPr lvl="0"/>
            <a:r>
              <a:rPr lang="it-CH" dirty="0"/>
              <a:t>Progetto:</a:t>
            </a:r>
          </a:p>
          <a:p>
            <a:pPr lvl="0"/>
            <a:r>
              <a:rPr lang="it-CH" dirty="0"/>
              <a:t>Anno:</a:t>
            </a:r>
          </a:p>
          <a:p>
            <a:pPr lvl="0"/>
            <a:r>
              <a:rPr lang="it-CH" dirty="0"/>
              <a:t>Ambito: (sistemi, sviluppo)</a:t>
            </a:r>
          </a:p>
          <a:p>
            <a:pPr lvl="1"/>
            <a:endParaRPr lang="it-IT" dirty="0"/>
          </a:p>
        </p:txBody>
      </p:sp>
      <p:sp>
        <p:nvSpPr>
          <p:cNvPr id="13" name="Segnaposto testo 12">
            <a:extLst>
              <a:ext uri="{FF2B5EF4-FFF2-40B4-BE49-F238E27FC236}">
                <a16:creationId xmlns:a16="http://schemas.microsoft.com/office/drawing/2014/main" id="{4B2E0C59-60DC-41B5-A2C5-A89F6CD6CB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4487522" y="970422"/>
            <a:ext cx="6535231" cy="3833170"/>
          </a:xfrm>
          <a:prstGeom prst="rect">
            <a:avLst/>
          </a:prstGeom>
        </p:spPr>
        <p:txBody>
          <a:bodyPr/>
          <a:lstStyle>
            <a:lvl1pPr marL="0" indent="0" algn="just">
              <a:buNone/>
              <a:defRPr lang="it-IT" sz="2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it-IT" dirty="0"/>
              <a:t>Scopo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2483DA28-313D-492C-845B-866DC3032B24}"/>
              </a:ext>
            </a:extLst>
          </p:cNvPr>
          <p:cNvCxnSpPr>
            <a:cxnSpLocks/>
          </p:cNvCxnSpPr>
          <p:nvPr userDrawn="1"/>
        </p:nvCxnSpPr>
        <p:spPr>
          <a:xfrm>
            <a:off x="576770" y="697412"/>
            <a:ext cx="20445984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CE5EB45C-D213-4F52-9575-96624D694E5B}"/>
              </a:ext>
            </a:extLst>
          </p:cNvPr>
          <p:cNvCxnSpPr>
            <a:cxnSpLocks/>
          </p:cNvCxnSpPr>
          <p:nvPr userDrawn="1"/>
        </p:nvCxnSpPr>
        <p:spPr>
          <a:xfrm>
            <a:off x="576770" y="5119130"/>
            <a:ext cx="20445984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6A6F76CC-D09D-41AB-ABE5-FF166A751D34}"/>
              </a:ext>
            </a:extLst>
          </p:cNvPr>
          <p:cNvCxnSpPr>
            <a:cxnSpLocks/>
          </p:cNvCxnSpPr>
          <p:nvPr userDrawn="1"/>
        </p:nvCxnSpPr>
        <p:spPr>
          <a:xfrm>
            <a:off x="576770" y="28969730"/>
            <a:ext cx="20445984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egnaposto immagine 7">
            <a:extLst>
              <a:ext uri="{FF2B5EF4-FFF2-40B4-BE49-F238E27FC236}">
                <a16:creationId xmlns:a16="http://schemas.microsoft.com/office/drawing/2014/main" id="{83955D1B-0EAA-4D58-9568-C5B1CBB8D649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76768" y="16564729"/>
            <a:ext cx="6535232" cy="5916888"/>
          </a:xfrm>
          <a:prstGeom prst="rect">
            <a:avLst/>
          </a:prstGeom>
          <a:noFill/>
        </p:spPr>
        <p:txBody>
          <a:bodyPr/>
          <a:lstStyle>
            <a:lvl1pPr>
              <a:defRPr/>
            </a:lvl1pPr>
          </a:lstStyle>
          <a:p>
            <a:r>
              <a:rPr lang="it-CH" dirty="0"/>
              <a:t>Immagini</a:t>
            </a:r>
          </a:p>
        </p:txBody>
      </p:sp>
      <p:sp>
        <p:nvSpPr>
          <p:cNvPr id="18" name="Segnaposto immagine 7">
            <a:extLst>
              <a:ext uri="{FF2B5EF4-FFF2-40B4-BE49-F238E27FC236}">
                <a16:creationId xmlns:a16="http://schemas.microsoft.com/office/drawing/2014/main" id="{32CFCEFF-D432-438B-9437-41EADA90728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4487522" y="5434669"/>
            <a:ext cx="6535230" cy="5916887"/>
          </a:xfrm>
          <a:prstGeom prst="rect">
            <a:avLst/>
          </a:prstGeom>
          <a:noFill/>
        </p:spPr>
        <p:txBody>
          <a:bodyPr/>
          <a:lstStyle>
            <a:lvl1pPr>
              <a:defRPr/>
            </a:lvl1pPr>
          </a:lstStyle>
          <a:p>
            <a:r>
              <a:rPr lang="it-CH" dirty="0"/>
              <a:t>Immagini</a:t>
            </a:r>
          </a:p>
        </p:txBody>
      </p:sp>
      <p:sp>
        <p:nvSpPr>
          <p:cNvPr id="19" name="Segnaposto immagine 7">
            <a:extLst>
              <a:ext uri="{FF2B5EF4-FFF2-40B4-BE49-F238E27FC236}">
                <a16:creationId xmlns:a16="http://schemas.microsoft.com/office/drawing/2014/main" id="{B2236A43-F649-4877-BCCA-D0F1A790970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507805" y="5444555"/>
            <a:ext cx="6559571" cy="5906998"/>
          </a:xfrm>
          <a:prstGeom prst="rect">
            <a:avLst/>
          </a:prstGeom>
          <a:noFill/>
        </p:spPr>
        <p:txBody>
          <a:bodyPr/>
          <a:lstStyle>
            <a:lvl1pPr>
              <a:defRPr/>
            </a:lvl1pPr>
          </a:lstStyle>
          <a:p>
            <a:r>
              <a:rPr lang="it-CH" dirty="0"/>
              <a:t>Immagini</a:t>
            </a:r>
          </a:p>
        </p:txBody>
      </p:sp>
      <p:sp>
        <p:nvSpPr>
          <p:cNvPr id="20" name="Segnaposto immagine 7">
            <a:extLst>
              <a:ext uri="{FF2B5EF4-FFF2-40B4-BE49-F238E27FC236}">
                <a16:creationId xmlns:a16="http://schemas.microsoft.com/office/drawing/2014/main" id="{42DD9A22-66F7-440E-A0E2-252283C0A233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4487522" y="11692307"/>
            <a:ext cx="6535232" cy="5916888"/>
          </a:xfrm>
          <a:prstGeom prst="rect">
            <a:avLst/>
          </a:prstGeom>
          <a:noFill/>
        </p:spPr>
        <p:txBody>
          <a:bodyPr/>
          <a:lstStyle>
            <a:lvl1pPr>
              <a:defRPr/>
            </a:lvl1pPr>
          </a:lstStyle>
          <a:p>
            <a:r>
              <a:rPr lang="it-CH" dirty="0"/>
              <a:t>Immagini</a:t>
            </a:r>
          </a:p>
        </p:txBody>
      </p:sp>
      <p:sp>
        <p:nvSpPr>
          <p:cNvPr id="21" name="Segnaposto immagine 7">
            <a:extLst>
              <a:ext uri="{FF2B5EF4-FFF2-40B4-BE49-F238E27FC236}">
                <a16:creationId xmlns:a16="http://schemas.microsoft.com/office/drawing/2014/main" id="{14D8FBFB-9CC7-407F-B36B-D338F9BF0324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32147" y="22779833"/>
            <a:ext cx="6535232" cy="5916888"/>
          </a:xfrm>
          <a:prstGeom prst="rect">
            <a:avLst/>
          </a:prstGeom>
          <a:noFill/>
        </p:spPr>
        <p:txBody>
          <a:bodyPr/>
          <a:lstStyle>
            <a:lvl1pPr>
              <a:defRPr/>
            </a:lvl1pPr>
          </a:lstStyle>
          <a:p>
            <a:r>
              <a:rPr lang="it-CH" dirty="0"/>
              <a:t>Immagini</a:t>
            </a:r>
          </a:p>
        </p:txBody>
      </p:sp>
      <p:sp>
        <p:nvSpPr>
          <p:cNvPr id="22" name="Segnaposto immagine 7">
            <a:extLst>
              <a:ext uri="{FF2B5EF4-FFF2-40B4-BE49-F238E27FC236}">
                <a16:creationId xmlns:a16="http://schemas.microsoft.com/office/drawing/2014/main" id="{8FFF00DC-113F-4505-A5C1-C427E1D27FB6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576768" y="22779833"/>
            <a:ext cx="6535232" cy="5916888"/>
          </a:xfrm>
          <a:prstGeom prst="rect">
            <a:avLst/>
          </a:prstGeom>
          <a:noFill/>
        </p:spPr>
        <p:txBody>
          <a:bodyPr/>
          <a:lstStyle>
            <a:lvl1pPr>
              <a:defRPr/>
            </a:lvl1pPr>
          </a:lstStyle>
          <a:p>
            <a:r>
              <a:rPr lang="it-CH" dirty="0"/>
              <a:t>Immagini</a:t>
            </a:r>
          </a:p>
        </p:txBody>
      </p:sp>
    </p:spTree>
    <p:extLst>
      <p:ext uri="{BB962C8B-B14F-4D97-AF65-F5344CB8AC3E}">
        <p14:creationId xmlns:p14="http://schemas.microsoft.com/office/powerpoint/2010/main" val="4287927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5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6483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9" r:id="rId2"/>
    <p:sldLayoutId id="214748368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524" userDrawn="1">
          <p15:clr>
            <a:srgbClr val="F26B43"/>
          </p15:clr>
        </p15:guide>
        <p15:guide id="2" pos="680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AA126308-5AB3-47F2-A9D8-0683549C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Breach: Five Nights </a:t>
            </a:r>
            <a:endParaRPr lang="it-CH" dirty="0"/>
          </a:p>
        </p:txBody>
      </p:sp>
      <p:sp>
        <p:nvSpPr>
          <p:cNvPr id="26" name="Segnaposto testo 25">
            <a:extLst>
              <a:ext uri="{FF2B5EF4-FFF2-40B4-BE49-F238E27FC236}">
                <a16:creationId xmlns:a16="http://schemas.microsoft.com/office/drawing/2014/main" id="{FB6182D6-AE15-457D-84AF-00702845983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6770" y="3060378"/>
            <a:ext cx="6651344" cy="1760537"/>
          </a:xfrm>
        </p:spPr>
        <p:txBody>
          <a:bodyPr/>
          <a:lstStyle/>
          <a:p>
            <a:r>
              <a:rPr lang="fr-CH" b="1" noProof="1"/>
              <a:t>Studente:</a:t>
            </a:r>
            <a:r>
              <a:rPr lang="fr-CH" noProof="1"/>
              <a:t> </a:t>
            </a:r>
            <a:br>
              <a:rPr lang="fr-CH" noProof="1"/>
            </a:br>
            <a:r>
              <a:rPr lang="fr-CH" noProof="1"/>
              <a:t>Bryan Ciaponi, Riley Bianchi e Nicola Cappelli</a:t>
            </a:r>
          </a:p>
          <a:p>
            <a:r>
              <a:rPr lang="fr-CH" b="1" noProof="1"/>
              <a:t>Formatore:</a:t>
            </a:r>
            <a:r>
              <a:rPr lang="fr-CH" noProof="1"/>
              <a:t> </a:t>
            </a:r>
            <a:br>
              <a:rPr lang="fr-CH" noProof="1"/>
            </a:br>
            <a:r>
              <a:rPr lang="fr-CH" noProof="1"/>
              <a:t>Ingrid Cereda</a:t>
            </a:r>
          </a:p>
        </p:txBody>
      </p:sp>
      <p:sp>
        <p:nvSpPr>
          <p:cNvPr id="27" name="Segnaposto testo 26">
            <a:extLst>
              <a:ext uri="{FF2B5EF4-FFF2-40B4-BE49-F238E27FC236}">
                <a16:creationId xmlns:a16="http://schemas.microsoft.com/office/drawing/2014/main" id="{69F78298-D8A6-4B8C-9FC9-CF51B60734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6770" y="5565730"/>
            <a:ext cx="20465030" cy="8356749"/>
          </a:xfrm>
        </p:spPr>
        <p:txBody>
          <a:bodyPr>
            <a:normAutofit/>
          </a:bodyPr>
          <a:lstStyle/>
          <a:p>
            <a:pPr algn="l"/>
            <a:r>
              <a:rPr lang="it-CH" sz="3300" b="1" dirty="0"/>
              <a:t>Descrizione:</a:t>
            </a:r>
          </a:p>
          <a:p>
            <a:pPr algn="l"/>
            <a:r>
              <a:rPr lang="it-CH" sz="2800" dirty="0"/>
              <a:t>System </a:t>
            </a:r>
            <a:r>
              <a:rPr lang="it-CH" sz="2800" dirty="0" err="1"/>
              <a:t>Breach</a:t>
            </a:r>
            <a:r>
              <a:rPr lang="it-CH" sz="2800" dirty="0"/>
              <a:t>: </a:t>
            </a:r>
            <a:r>
              <a:rPr lang="it-CH" sz="2800" dirty="0" err="1"/>
              <a:t>Five</a:t>
            </a:r>
            <a:r>
              <a:rPr lang="it-CH" sz="2800" dirty="0"/>
              <a:t> Nights è un’esperienza horror strategica che trasporta il giocatore nel ruolo critico di un addetto alla sicurezza informatica, isolato per cinque notti in un complesso tecnologico ad alta tensione. </a:t>
            </a:r>
          </a:p>
          <a:p>
            <a:pPr algn="l"/>
            <a:r>
              <a:rPr lang="it-CH" sz="2800" dirty="0"/>
              <a:t>La realizzazione di questo progetto richiede l'applicazione di competenze di programmazione avanzate tramite il motore professionale </a:t>
            </a:r>
            <a:r>
              <a:rPr lang="it-CH" sz="2800" dirty="0" err="1"/>
              <a:t>GameMaker</a:t>
            </a:r>
            <a:r>
              <a:rPr lang="it-CH" sz="2800" dirty="0"/>
              <a:t>, utilizzato per costruire da zero l’intera architettura logica del gioco: dai menu interattivi al complesso sistema di monitoraggio delle telecamere.</a:t>
            </a:r>
          </a:p>
          <a:p>
            <a:pPr algn="l"/>
            <a:r>
              <a:rPr lang="it-CH" sz="2800" dirty="0"/>
              <a:t>Il vero cuore tecnico dello sviluppo risiede nella scrittura di codice specifico per animare i tre principali antagonisti, ognuno dotato di comportamenti unici che mettono alla prova i riflessi dell’utente. </a:t>
            </a:r>
          </a:p>
          <a:p>
            <a:pPr algn="l"/>
            <a:r>
              <a:rPr lang="it-CH" sz="2800" dirty="0"/>
              <a:t>È stato necessario programmare minacce diverse come i tentativi di hacking di VAL-Z, l’instabilità energetica di The </a:t>
            </a:r>
            <a:r>
              <a:rPr lang="it-CH" sz="2800" dirty="0" err="1"/>
              <a:t>Singularity</a:t>
            </a:r>
            <a:r>
              <a:rPr lang="it-CH" sz="2800" dirty="0"/>
              <a:t> (che richiede un segnale costante per non far piombare l'edificio nel blackout) e l'imprevedibilità di THE UNKNOWN.</a:t>
            </a:r>
          </a:p>
          <a:p>
            <a:pPr algn="l"/>
            <a:r>
              <a:rPr lang="it-CH" sz="2800" dirty="0"/>
              <a:t>Oltre alla gestione della sfida in tempo reale, il progetto dimostra una solida capacità di gestione dei dati: i progressi di gioco e le preferenze dell'utente non vengono persi, ma salvati con precisione in piccoli file di testo in formato JSON. </a:t>
            </a:r>
          </a:p>
          <a:p>
            <a:pPr algn="l"/>
            <a:r>
              <a:rPr lang="it-CH" sz="2800" dirty="0"/>
              <a:t>Questo permette al software di "ricordare" ogni dettaglio tra una sessione e l'altra, garantendo un'esperienza fluida e professionale in cui ogni riga di codice è pensata per bilanciare strategia informatica e tensione pura.</a:t>
            </a:r>
          </a:p>
        </p:txBody>
      </p:sp>
      <p:sp>
        <p:nvSpPr>
          <p:cNvPr id="32" name="Segnaposto testo 31">
            <a:extLst>
              <a:ext uri="{FF2B5EF4-FFF2-40B4-BE49-F238E27FC236}">
                <a16:creationId xmlns:a16="http://schemas.microsoft.com/office/drawing/2014/main" id="{6B9D3D32-B808-4C52-A24A-BB33F7B5C0C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fr-CH" b="1" noProof="1"/>
              <a:t>Progetto:</a:t>
            </a:r>
            <a:r>
              <a:rPr lang="fr-CH" noProof="1"/>
              <a:t> 3° anno, 2° semestre</a:t>
            </a:r>
          </a:p>
          <a:p>
            <a:r>
              <a:rPr lang="fr-CH" b="1" noProof="1"/>
              <a:t>Anno:</a:t>
            </a:r>
            <a:r>
              <a:rPr lang="fr-CH" noProof="1"/>
              <a:t> 2025/2026</a:t>
            </a:r>
          </a:p>
          <a:p>
            <a:r>
              <a:rPr lang="fr-CH" b="1" noProof="1"/>
              <a:t>Ambito:</a:t>
            </a:r>
            <a:r>
              <a:rPr lang="fr-CH" noProof="1"/>
              <a:t> Sviluppo</a:t>
            </a:r>
          </a:p>
        </p:txBody>
      </p:sp>
      <p:sp>
        <p:nvSpPr>
          <p:cNvPr id="33" name="Segnaposto testo 32">
            <a:extLst>
              <a:ext uri="{FF2B5EF4-FFF2-40B4-BE49-F238E27FC236}">
                <a16:creationId xmlns:a16="http://schemas.microsoft.com/office/drawing/2014/main" id="{BDC286C4-5DCF-43E8-B633-13434B855C6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algn="l"/>
            <a:r>
              <a:rPr lang="it-CH" b="1" dirty="0"/>
              <a:t>Scopo</a:t>
            </a:r>
            <a:r>
              <a:rPr lang="it-CH" dirty="0"/>
              <a:t>:</a:t>
            </a:r>
          </a:p>
          <a:p>
            <a:pPr algn="l"/>
            <a:r>
              <a:rPr lang="it-CH" dirty="0"/>
              <a:t>L'obiettivo del progetto è sviluppare un survival horror strategico in </a:t>
            </a:r>
            <a:r>
              <a:rPr lang="it-CH" dirty="0" err="1"/>
              <a:t>GameMaker</a:t>
            </a:r>
            <a:r>
              <a:rPr lang="it-CH" dirty="0"/>
              <a:t> che metta alla prova i riflessi e la gestione delle risorse del giocatore attraverso la difesa di una postazione fissa. Lo scopo è sopravvivere a cinque notti consecutive neutralizzando tre diverse minacce (fisiche, digitali ed energetiche) tramite l'uso coordinato di telecamere, firewall e sistemi di contenimento.</a:t>
            </a:r>
          </a:p>
        </p:txBody>
      </p:sp>
      <p:pic>
        <p:nvPicPr>
          <p:cNvPr id="11" name="Immagine 10" descr="Immagine che contiene Personaggio immaginario, Carne&#10;&#10;Il contenuto generato dall'IA potrebbe non essere corretto.">
            <a:extLst>
              <a:ext uri="{FF2B5EF4-FFF2-40B4-BE49-F238E27FC236}">
                <a16:creationId xmlns:a16="http://schemas.microsoft.com/office/drawing/2014/main" id="{033F15F9-3535-2011-A024-BEB2C593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4843" y="19758376"/>
            <a:ext cx="11679635" cy="8780003"/>
          </a:xfrm>
          <a:prstGeom prst="rect">
            <a:avLst/>
          </a:prstGeom>
        </p:spPr>
      </p:pic>
      <p:pic>
        <p:nvPicPr>
          <p:cNvPr id="6" name="Immagine 5" descr="Immagine che contiene schermata, testo, arte&#10;&#10;Il contenuto generato dall'IA potrebbe non essere corretto.">
            <a:extLst>
              <a:ext uri="{FF2B5EF4-FFF2-40B4-BE49-F238E27FC236}">
                <a16:creationId xmlns:a16="http://schemas.microsoft.com/office/drawing/2014/main" id="{C04CFC69-AC7C-CA03-F0E9-3B2A20ACA4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124" y="12983846"/>
            <a:ext cx="10211103" cy="6381939"/>
          </a:xfrm>
          <a:prstGeom prst="rect">
            <a:avLst/>
          </a:prstGeom>
        </p:spPr>
      </p:pic>
      <p:pic>
        <p:nvPicPr>
          <p:cNvPr id="8" name="Immagine 7" descr="Immagine che contiene schermata, Gioco per PC, interno, Composizione digitale&#10;&#10;Il contenuto generato dall'IA potrebbe non essere corretto.">
            <a:extLst>
              <a:ext uri="{FF2B5EF4-FFF2-40B4-BE49-F238E27FC236}">
                <a16:creationId xmlns:a16="http://schemas.microsoft.com/office/drawing/2014/main" id="{524229FD-5575-01E6-BB87-B87C1692F0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297" y="19758376"/>
            <a:ext cx="13721079" cy="8575674"/>
          </a:xfrm>
          <a:prstGeom prst="rect">
            <a:avLst/>
          </a:prstGeom>
        </p:spPr>
      </p:pic>
      <p:pic>
        <p:nvPicPr>
          <p:cNvPr id="10" name="Immagine 9" descr="Immagine che contiene interno, muro, computer, scrivania&#10;&#10;Il contenuto generato dall'IA potrebbe non essere corretto.">
            <a:extLst>
              <a:ext uri="{FF2B5EF4-FFF2-40B4-BE49-F238E27FC236}">
                <a16:creationId xmlns:a16="http://schemas.microsoft.com/office/drawing/2014/main" id="{A083745C-5C10-6EB7-C1D0-2F8E4B8E07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298" y="12983846"/>
            <a:ext cx="10211103" cy="6381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651951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mpato xmlns="9b05f055-097a-4a74-97c1-cf3aef03aade">false</Stampato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FC1BD9EB76A8C64F99586837B7A232EC" ma:contentTypeVersion="11" ma:contentTypeDescription="Creare un nuovo documento." ma:contentTypeScope="" ma:versionID="3455683b5d738d282d4481f4519e44c4">
  <xsd:schema xmlns:xsd="http://www.w3.org/2001/XMLSchema" xmlns:xs="http://www.w3.org/2001/XMLSchema" xmlns:p="http://schemas.microsoft.com/office/2006/metadata/properties" xmlns:ns2="9b05f055-097a-4a74-97c1-cf3aef03aade" targetNamespace="http://schemas.microsoft.com/office/2006/metadata/properties" ma:root="true" ma:fieldsID="95c62c698117b5a59f035f990afa6d4d" ns2:_="">
    <xsd:import namespace="9b05f055-097a-4a74-97c1-cf3aef03aad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Stampato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05f055-097a-4a74-97c1-cf3aef03aad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Stampato" ma:index="12" ma:displayName="Stampato" ma:default="0" ma:description="Il documento è stato stampato?" ma:format="Dropdown" ma:internalName="Stampato">
      <xsd:simpleType>
        <xsd:restriction base="dms:Boolean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8554AF4-BED8-4A47-B71D-99349371DDC5}">
  <ds:schemaRefs>
    <ds:schemaRef ds:uri="9b05f055-097a-4a74-97c1-cf3aef03aade"/>
    <ds:schemaRef ds:uri="http://purl.org/dc/dcmitype/"/>
    <ds:schemaRef ds:uri="http://www.w3.org/XML/1998/namespace"/>
    <ds:schemaRef ds:uri="http://schemas.microsoft.com/office/2006/documentManagement/types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D6D003CB-99C1-4E31-88F9-EC55C72736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05f055-097a-4a74-97c1-cf3aef03aad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B61E91E-C9E1-4DBF-9110-F13E3CB391C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1592</TotalTime>
  <Words>331</Words>
  <Application>Microsoft Office PowerPoint</Application>
  <PresentationFormat>Personalizzato</PresentationFormat>
  <Paragraphs>15</Paragraphs>
  <Slides>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</vt:i4>
      </vt:variant>
    </vt:vector>
  </HeadingPairs>
  <TitlesOfParts>
    <vt:vector size="3" baseType="lpstr">
      <vt:lpstr>Arial</vt:lpstr>
      <vt:lpstr>Personalizza struttura</vt:lpstr>
      <vt:lpstr>System Breach: Five Nights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Alessandro Castelli</dc:creator>
  <cp:lastModifiedBy>ckw924@cpt.local</cp:lastModifiedBy>
  <cp:revision>70</cp:revision>
  <cp:lastPrinted>2026-03-27T10:27:35Z</cp:lastPrinted>
  <dcterms:created xsi:type="dcterms:W3CDTF">2024-04-09T12:49:51Z</dcterms:created>
  <dcterms:modified xsi:type="dcterms:W3CDTF">2026-03-27T10:28:02Z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0x010100FC1BD9EB76A8C64F99586837B7A232EC</vt:lpwstr>
  </property>
</Properties>
</file>